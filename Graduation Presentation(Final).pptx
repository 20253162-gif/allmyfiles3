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4" r:id="rId1"/>
  </p:sldMasterIdLst>
  <p:notesMasterIdLst>
    <p:notesMasterId r:id="rId10"/>
  </p:notesMasterIdLst>
  <p:sldIdLst>
    <p:sldId id="256" r:id="rId2"/>
    <p:sldId id="258" r:id="rId3"/>
    <p:sldId id="259" r:id="rId4"/>
    <p:sldId id="261" r:id="rId5"/>
    <p:sldId id="297" r:id="rId6"/>
    <p:sldId id="298" r:id="rId7"/>
    <p:sldId id="301" r:id="rId8"/>
    <p:sldId id="302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978D26-BD33-4437-A0AA-33A9FB0D4308}">
  <a:tblStyle styleId="{1B978D26-BD33-4437-A0AA-33A9FB0D43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4E6B50D-E90D-491A-8229-C4D95FBCE13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9428"/>
  </p:normalViewPr>
  <p:slideViewPr>
    <p:cSldViewPr snapToGrid="0">
      <p:cViewPr varScale="1">
        <p:scale>
          <a:sx n="128" d="100"/>
          <a:sy n="128" d="100"/>
        </p:scale>
        <p:origin x="116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J" dirty="0"/>
          </a:p>
        </p:txBody>
      </p:sp>
    </p:spTree>
    <p:extLst>
      <p:ext uri="{BB962C8B-B14F-4D97-AF65-F5344CB8AC3E}">
        <p14:creationId xmlns:p14="http://schemas.microsoft.com/office/powerpoint/2010/main" val="3046535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J" dirty="0"/>
          </a:p>
        </p:txBody>
      </p:sp>
    </p:spTree>
    <p:extLst>
      <p:ext uri="{BB962C8B-B14F-4D97-AF65-F5344CB8AC3E}">
        <p14:creationId xmlns:p14="http://schemas.microsoft.com/office/powerpoint/2010/main" val="229925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19150" y="2704825"/>
            <a:ext cx="4694400" cy="10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19150" y="3661575"/>
            <a:ext cx="4694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 flipH="1">
            <a:off x="5731975" y="479449"/>
            <a:ext cx="2698800" cy="4134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37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2376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5075649" y="2397075"/>
            <a:ext cx="2505600" cy="14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1867775" y="2397075"/>
            <a:ext cx="2505600" cy="14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1867775" y="2003123"/>
            <a:ext cx="25056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5075650" y="2003123"/>
            <a:ext cx="2505600" cy="4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1255475" y="1061100"/>
            <a:ext cx="347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1255475" y="1714500"/>
            <a:ext cx="3476700" cy="18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unito Light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5403600" y="539500"/>
            <a:ext cx="30273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-50"/>
            <a:ext cx="9144000" cy="514348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713225" y="1692975"/>
            <a:ext cx="4435200" cy="108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713225" y="2779350"/>
            <a:ext cx="44352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Barlow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>
            <a:spLocks noGrp="1"/>
          </p:cNvSpPr>
          <p:nvPr>
            <p:ph type="pic" idx="2"/>
          </p:nvPr>
        </p:nvSpPr>
        <p:spPr>
          <a:xfrm>
            <a:off x="5513975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9"/>
          <p:cNvSpPr/>
          <p:nvPr/>
        </p:nvSpPr>
        <p:spPr>
          <a:xfrm>
            <a:off x="5333675" y="539500"/>
            <a:ext cx="180300" cy="18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 b="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2" hasCustomPrompt="1"/>
          </p:nvPr>
        </p:nvSpPr>
        <p:spPr>
          <a:xfrm>
            <a:off x="1177200" y="1378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3" hasCustomPrompt="1"/>
          </p:nvPr>
        </p:nvSpPr>
        <p:spPr>
          <a:xfrm>
            <a:off x="1177200" y="28115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4" hasCustomPrompt="1"/>
          </p:nvPr>
        </p:nvSpPr>
        <p:spPr>
          <a:xfrm>
            <a:off x="3647875" y="1378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5" hasCustomPrompt="1"/>
          </p:nvPr>
        </p:nvSpPr>
        <p:spPr>
          <a:xfrm>
            <a:off x="3647875" y="28115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3781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28115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1177200" y="17820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8"/>
          </p:nvPr>
        </p:nvSpPr>
        <p:spPr>
          <a:xfrm>
            <a:off x="3647875" y="17820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9"/>
          </p:nvPr>
        </p:nvSpPr>
        <p:spPr>
          <a:xfrm>
            <a:off x="6118550" y="17820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3"/>
          </p:nvPr>
        </p:nvSpPr>
        <p:spPr>
          <a:xfrm>
            <a:off x="1177200" y="321535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4"/>
          </p:nvPr>
        </p:nvSpPr>
        <p:spPr>
          <a:xfrm>
            <a:off x="3647875" y="321535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5"/>
          </p:nvPr>
        </p:nvSpPr>
        <p:spPr>
          <a:xfrm>
            <a:off x="6118550" y="321535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>
            <a:spLocks noGrp="1"/>
          </p:cNvSpPr>
          <p:nvPr>
            <p:ph type="subTitle" idx="1"/>
          </p:nvPr>
        </p:nvSpPr>
        <p:spPr>
          <a:xfrm>
            <a:off x="713225" y="1137075"/>
            <a:ext cx="7739700" cy="13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Raleway Black"/>
              <a:buNone/>
              <a:defRPr sz="2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5" r:id="rId4"/>
    <p:sldLayoutId id="2147483658" r:id="rId5"/>
    <p:sldLayoutId id="2147483659" r:id="rId6"/>
    <p:sldLayoutId id="2147483661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ctrTitle"/>
          </p:nvPr>
        </p:nvSpPr>
        <p:spPr>
          <a:xfrm>
            <a:off x="2007984" y="1253098"/>
            <a:ext cx="5392058" cy="10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          DORMITORY MANAGEMENT SYSTEM</a:t>
            </a:r>
          </a:p>
        </p:txBody>
      </p:sp>
      <p:sp>
        <p:nvSpPr>
          <p:cNvPr id="152" name="Google Shape;152;p29"/>
          <p:cNvSpPr txBox="1">
            <a:spLocks noGrp="1"/>
          </p:cNvSpPr>
          <p:nvPr>
            <p:ph type="subTitle" idx="1"/>
          </p:nvPr>
        </p:nvSpPr>
        <p:spPr>
          <a:xfrm>
            <a:off x="2224800" y="2571750"/>
            <a:ext cx="4694400" cy="19002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                             PREPARED BY: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20700051 – Ghalyah Eldandashi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20801513 – Rakhimjon Berdiev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20802777 – Seyedehmahissa Salehnezhad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20803145 – Nazir Alatar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    20911068 – Sulaimon Inomov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68;p31">
            <a:extLst>
              <a:ext uri="{FF2B5EF4-FFF2-40B4-BE49-F238E27FC236}">
                <a16:creationId xmlns:a16="http://schemas.microsoft.com/office/drawing/2014/main" id="{7A53CA8E-FED2-AFFE-53B7-EF2EE3C9A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Raleway Black"/>
                <a:ea typeface="Raleway Black"/>
                <a:cs typeface="Raleway Black"/>
                <a:sym typeface="Raleway Black"/>
              </a:rPr>
              <a:t>TABLE OF CONTENTS</a:t>
            </a:r>
            <a:endParaRPr sz="250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40" name="Google Shape;169;p31">
            <a:extLst>
              <a:ext uri="{FF2B5EF4-FFF2-40B4-BE49-F238E27FC236}">
                <a16:creationId xmlns:a16="http://schemas.microsoft.com/office/drawing/2014/main" id="{34E53A3D-22D0-733D-4E4B-974CD6E42B3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77200" y="1378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1" name="Google Shape;170;p31">
            <a:extLst>
              <a:ext uri="{FF2B5EF4-FFF2-40B4-BE49-F238E27FC236}">
                <a16:creationId xmlns:a16="http://schemas.microsoft.com/office/drawing/2014/main" id="{213C836E-32DF-61F8-37B5-1C8B507DCBB2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2548504" y="305316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2" name="Google Shape;171;p31">
            <a:extLst>
              <a:ext uri="{FF2B5EF4-FFF2-40B4-BE49-F238E27FC236}">
                <a16:creationId xmlns:a16="http://schemas.microsoft.com/office/drawing/2014/main" id="{CFE5AF96-3B36-B1A7-5866-E442A5A91671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647875" y="1378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3" name="Google Shape;172;p31">
            <a:extLst>
              <a:ext uri="{FF2B5EF4-FFF2-40B4-BE49-F238E27FC236}">
                <a16:creationId xmlns:a16="http://schemas.microsoft.com/office/drawing/2014/main" id="{0A5B8EB8-D45F-0D15-CB3C-0C354079748F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5860798" y="305316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4" name="Google Shape;173;p31">
            <a:extLst>
              <a:ext uri="{FF2B5EF4-FFF2-40B4-BE49-F238E27FC236}">
                <a16:creationId xmlns:a16="http://schemas.microsoft.com/office/drawing/2014/main" id="{BB276B18-DDBD-4AAE-9D5C-75BEB4B28A65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6118550" y="13781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5" name="Google Shape;175;p31">
            <a:extLst>
              <a:ext uri="{FF2B5EF4-FFF2-40B4-BE49-F238E27FC236}">
                <a16:creationId xmlns:a16="http://schemas.microsoft.com/office/drawing/2014/main" id="{477AE78E-B725-D813-8E73-CA5252C1C17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77200" y="17820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46" name="Google Shape;176;p31">
            <a:extLst>
              <a:ext uri="{FF2B5EF4-FFF2-40B4-BE49-F238E27FC236}">
                <a16:creationId xmlns:a16="http://schemas.microsoft.com/office/drawing/2014/main" id="{AA2838A8-FC01-E5F9-F626-86EF60D1E12E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565236" y="1782000"/>
            <a:ext cx="2388139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FEATURES</a:t>
            </a:r>
            <a:endParaRPr dirty="0"/>
          </a:p>
        </p:txBody>
      </p:sp>
      <p:sp>
        <p:nvSpPr>
          <p:cNvPr id="47" name="Google Shape;177;p31">
            <a:extLst>
              <a:ext uri="{FF2B5EF4-FFF2-40B4-BE49-F238E27FC236}">
                <a16:creationId xmlns:a16="http://schemas.microsoft.com/office/drawing/2014/main" id="{F7BC1FA3-E1AC-CFA2-139B-BA7D6FE3974D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118550" y="1783050"/>
            <a:ext cx="2526687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ENHANCED FUNCTIONALITIES</a:t>
            </a:r>
            <a:endParaRPr dirty="0"/>
          </a:p>
        </p:txBody>
      </p:sp>
      <p:sp>
        <p:nvSpPr>
          <p:cNvPr id="48" name="Google Shape;178;p31">
            <a:extLst>
              <a:ext uri="{FF2B5EF4-FFF2-40B4-BE49-F238E27FC236}">
                <a16:creationId xmlns:a16="http://schemas.microsoft.com/office/drawing/2014/main" id="{E9B05584-4811-89B7-FAA4-E853530C823D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2548504" y="3458900"/>
            <a:ext cx="2577536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ADDITIONAL FEATURES</a:t>
            </a:r>
          </a:p>
        </p:txBody>
      </p:sp>
      <p:sp>
        <p:nvSpPr>
          <p:cNvPr id="49" name="Google Shape;179;p31">
            <a:extLst>
              <a:ext uri="{FF2B5EF4-FFF2-40B4-BE49-F238E27FC236}">
                <a16:creationId xmlns:a16="http://schemas.microsoft.com/office/drawing/2014/main" id="{4353D860-0209-E2E1-DBC9-C4D100BD5F5D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5860798" y="3458900"/>
            <a:ext cx="2305500" cy="7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SUMMARY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title"/>
          </p:nvPr>
        </p:nvSpPr>
        <p:spPr>
          <a:xfrm>
            <a:off x="713100" y="827086"/>
            <a:ext cx="4582680" cy="11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Welcome to the Future of	 Living in Dorms</a:t>
            </a:r>
          </a:p>
        </p:txBody>
      </p:sp>
      <p:sp>
        <p:nvSpPr>
          <p:cNvPr id="186" name="Google Shape;186;p32"/>
          <p:cNvSpPr txBox="1">
            <a:spLocks noGrp="1"/>
          </p:cNvSpPr>
          <p:nvPr>
            <p:ph type="subTitle" idx="1"/>
          </p:nvPr>
        </p:nvSpPr>
        <p:spPr>
          <a:xfrm>
            <a:off x="713100" y="2223915"/>
            <a:ext cx="3476700" cy="18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dirty="0"/>
              <a:t>Creating Better Places for Students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dirty="0"/>
              <a:t>A Fresh Start for Living on Campus</a:t>
            </a:r>
          </a:p>
          <a:p>
            <a:pPr marL="171450" indent="-171450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en-US" dirty="0"/>
              <a:t>Easy and Smart Living with Just a Click</a:t>
            </a:r>
            <a:endParaRPr dirty="0"/>
          </a:p>
        </p:txBody>
      </p:sp>
      <p:sp>
        <p:nvSpPr>
          <p:cNvPr id="188" name="Google Shape;188;p32"/>
          <p:cNvSpPr/>
          <p:nvPr/>
        </p:nvSpPr>
        <p:spPr>
          <a:xfrm>
            <a:off x="5223300" y="539500"/>
            <a:ext cx="180300" cy="18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AA9B23B0-F167-ADEA-C5C7-94073C62CF9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31377" r="3137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                    KEY FEATURES</a:t>
            </a:r>
            <a:endParaRPr dirty="0"/>
          </a:p>
        </p:txBody>
      </p:sp>
      <p:sp>
        <p:nvSpPr>
          <p:cNvPr id="204" name="Google Shape;204;p34"/>
          <p:cNvSpPr txBox="1">
            <a:spLocks noGrp="1"/>
          </p:cNvSpPr>
          <p:nvPr>
            <p:ph type="subTitle" idx="2"/>
          </p:nvPr>
        </p:nvSpPr>
        <p:spPr>
          <a:xfrm>
            <a:off x="1457419" y="1128910"/>
            <a:ext cx="6644362" cy="37872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en-US" b="1" dirty="0"/>
              <a:t>USER FRIENDLY INTERFACE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 Easy Registration and Login: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Students can create accounts quickly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Secure Authentication ensures data privacy</a:t>
            </a:r>
          </a:p>
          <a:p>
            <a:pPr marL="0" indent="0">
              <a:lnSpc>
                <a:spcPct val="150000"/>
              </a:lnSpc>
            </a:pPr>
            <a:endParaRPr lang="en-US" dirty="0"/>
          </a:p>
          <a:p>
            <a:pPr marL="0" indent="0">
              <a:lnSpc>
                <a:spcPct val="150000"/>
              </a:lnSpc>
            </a:pPr>
            <a:r>
              <a:rPr lang="en-US" b="1" dirty="0"/>
              <a:t>DORMITORY SEARCH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Advanced Search Options: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Filter Dormitories by location, price range, and other preferences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Organized and user-friendly search results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Real-time price information: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Access current dormitory prices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View historical price trends to make informed decisions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BB76AE9-41EC-30C1-B815-44814CEFC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829" y="865239"/>
            <a:ext cx="8730342" cy="4168877"/>
          </a:xfrm>
        </p:spPr>
        <p:txBody>
          <a:bodyPr/>
          <a:lstStyle/>
          <a:p>
            <a:pPr marL="152400" indent="0">
              <a:lnSpc>
                <a:spcPct val="200000"/>
              </a:lnSpc>
              <a:buNone/>
            </a:pPr>
            <a:r>
              <a:rPr lang="en-US" sz="1400" b="1" dirty="0"/>
              <a:t>Service Comparison 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Detailed Information: 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Comprehensive details about dormitory services and amenities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Side-by-Side Comparison: 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Compare multiple dormitories to find the best fit</a:t>
            </a:r>
            <a:endParaRPr lang="en-US" sz="1400" b="1" dirty="0"/>
          </a:p>
          <a:p>
            <a:pPr marL="152400" indent="0">
              <a:lnSpc>
                <a:spcPct val="200000"/>
              </a:lnSpc>
              <a:buNone/>
            </a:pPr>
            <a:r>
              <a:rPr lang="en-US" sz="1400" b="1" dirty="0"/>
              <a:t>Rating and Feedback </a:t>
            </a:r>
          </a:p>
          <a:p>
            <a:pPr>
              <a:lnSpc>
                <a:spcPct val="200000"/>
              </a:lnSpc>
            </a:pPr>
            <a:r>
              <a:rPr lang="en-US" sz="1400" dirty="0"/>
              <a:t>Public Rating System: 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Students can rate dormitories they have stayed in</a:t>
            </a:r>
          </a:p>
          <a:p>
            <a:pPr>
              <a:lnSpc>
                <a:spcPct val="200000"/>
              </a:lnSpc>
            </a:pPr>
            <a:r>
              <a:rPr lang="en-US" sz="1400" dirty="0"/>
              <a:t>Student Reviews: </a:t>
            </a:r>
          </a:p>
          <a:p>
            <a:pPr marL="628650" lvl="1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Written feedback helps others make informed decisions</a:t>
            </a:r>
            <a:endParaRPr lang="en-US" sz="14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7B9EE3-C269-A519-9A24-37329AF6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92539"/>
            <a:ext cx="7704000" cy="572700"/>
          </a:xfrm>
        </p:spPr>
        <p:txBody>
          <a:bodyPr/>
          <a:lstStyle/>
          <a:p>
            <a:r>
              <a:rPr lang="en-TJ" dirty="0"/>
              <a:t> 	     ENHANCED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319833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9310CFD-9AC1-06B2-5283-B8BB032DA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1137075"/>
            <a:ext cx="8305799" cy="3759390"/>
          </a:xfrm>
        </p:spPr>
        <p:txBody>
          <a:bodyPr/>
          <a:lstStyle/>
          <a:p>
            <a:pPr marL="152400" indent="0">
              <a:lnSpc>
                <a:spcPct val="150000"/>
              </a:lnSpc>
              <a:buNone/>
            </a:pPr>
            <a:r>
              <a:rPr lang="en-US" b="1" dirty="0"/>
              <a:t>Owner Interface</a:t>
            </a:r>
          </a:p>
          <a:p>
            <a:pPr>
              <a:lnSpc>
                <a:spcPct val="150000"/>
              </a:lnSpc>
            </a:pPr>
            <a:r>
              <a:rPr lang="en-US" dirty="0"/>
              <a:t>Manage Listings: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Dormitory owners can easily register and log in.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Update dormitory details, pricing, and availability.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 marL="152400" indent="0">
              <a:buNone/>
            </a:pPr>
            <a:endParaRPr lang="en-US" dirty="0"/>
          </a:p>
          <a:p>
            <a:pPr marL="152400" indent="0">
              <a:buNone/>
            </a:pPr>
            <a:endParaRPr lang="en-US" dirty="0"/>
          </a:p>
          <a:p>
            <a:pPr marL="152400" indent="0">
              <a:lnSpc>
                <a:spcPct val="150000"/>
              </a:lnSpc>
              <a:buNone/>
            </a:pPr>
            <a:r>
              <a:rPr lang="en-US" b="1" dirty="0"/>
              <a:t>Booking System</a:t>
            </a:r>
          </a:p>
          <a:p>
            <a:pPr>
              <a:lnSpc>
                <a:spcPct val="150000"/>
              </a:lnSpc>
            </a:pPr>
            <a:r>
              <a:rPr lang="en-US" dirty="0"/>
              <a:t>Real-Time Booking: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 Students can reserve dormitory rooms in advance. </a:t>
            </a:r>
          </a:p>
          <a:p>
            <a:pPr marL="15240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A17B03-6386-BF13-B8BC-9DF9AB9D3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J" dirty="0"/>
              <a:t>		ADDITIONAL FEATURES</a:t>
            </a:r>
          </a:p>
        </p:txBody>
      </p:sp>
    </p:spTree>
    <p:extLst>
      <p:ext uri="{BB962C8B-B14F-4D97-AF65-F5344CB8AC3E}">
        <p14:creationId xmlns:p14="http://schemas.microsoft.com/office/powerpoint/2010/main" val="4098999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057DFB-EE53-C16D-BDB3-3DF820E0D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929" y="2108418"/>
            <a:ext cx="4058477" cy="1407227"/>
          </a:xfrm>
        </p:spPr>
        <p:txBody>
          <a:bodyPr/>
          <a:lstStyle/>
          <a:p>
            <a:r>
              <a:rPr lang="en-TJ" sz="48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183765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B29E3-FAA6-38F8-C4BE-61C61273D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425" y="1887709"/>
            <a:ext cx="4435200" cy="1086300"/>
          </a:xfrm>
        </p:spPr>
        <p:txBody>
          <a:bodyPr/>
          <a:lstStyle/>
          <a:p>
            <a:r>
              <a:rPr lang="en-TJ" dirty="0"/>
              <a:t>THANK YOU !</a:t>
            </a:r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B46DF70E-0E93-4681-03D0-27267160AA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226" t="3360" r="1517" b="5038"/>
          <a:stretch/>
        </p:blipFill>
        <p:spPr>
          <a:xfrm>
            <a:off x="4654933" y="900932"/>
            <a:ext cx="2971801" cy="35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06648"/>
      </p:ext>
    </p:extLst>
  </p:cSld>
  <p:clrMapOvr>
    <a:masterClrMapping/>
  </p:clrMapOvr>
</p:sld>
</file>

<file path=ppt/theme/theme1.xml><?xml version="1.0" encoding="utf-8"?>
<a:theme xmlns:a="http://schemas.openxmlformats.org/drawingml/2006/main" name="IT Support Company Profile by Slidesgo">
  <a:themeElements>
    <a:clrScheme name="Simple Light">
      <a:dk1>
        <a:srgbClr val="E1E0E0"/>
      </a:dk1>
      <a:lt1>
        <a:srgbClr val="D27931"/>
      </a:lt1>
      <a:dk2>
        <a:srgbClr val="010326"/>
      </a:dk2>
      <a:lt2>
        <a:srgbClr val="80A7AA"/>
      </a:lt2>
      <a:accent1>
        <a:srgbClr val="57CFD4"/>
      </a:accent1>
      <a:accent2>
        <a:srgbClr val="88594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1E0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2720</TotalTime>
  <Words>241</Words>
  <Application>Microsoft Macintosh PowerPoint</Application>
  <PresentationFormat>On-screen Show (16:9)</PresentationFormat>
  <Paragraphs>61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Anaheim</vt:lpstr>
      <vt:lpstr>Arial</vt:lpstr>
      <vt:lpstr>Barlow</vt:lpstr>
      <vt:lpstr>Nunito Light</vt:lpstr>
      <vt:lpstr>Open Sans</vt:lpstr>
      <vt:lpstr>Raleway</vt:lpstr>
      <vt:lpstr>Raleway Black</vt:lpstr>
      <vt:lpstr>Raleway ExtraBold</vt:lpstr>
      <vt:lpstr>Wingdings</vt:lpstr>
      <vt:lpstr>IT Support Company Profile by Slidesgo</vt:lpstr>
      <vt:lpstr>          DORMITORY MANAGEMENT SYSTEM</vt:lpstr>
      <vt:lpstr>TABLE OF CONTENTS</vt:lpstr>
      <vt:lpstr>Welcome to the Future of  Living in Dorms</vt:lpstr>
      <vt:lpstr>                                     KEY FEATURES</vt:lpstr>
      <vt:lpstr>       ENHANCED FUNCTIONALITIES</vt:lpstr>
      <vt:lpstr>  ADDITIONAL FEATURES</vt:lpstr>
      <vt:lpstr>SUMMARY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DORMITORY MANAGEMENT SYSTEM</dc:title>
  <cp:lastModifiedBy>Rahimjon Berdiev</cp:lastModifiedBy>
  <cp:revision>14</cp:revision>
  <dcterms:modified xsi:type="dcterms:W3CDTF">2024-05-29T21:17:22Z</dcterms:modified>
</cp:coreProperties>
</file>