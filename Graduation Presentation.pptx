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4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303" r:id="rId7"/>
    <p:sldId id="297" r:id="rId8"/>
    <p:sldId id="304" r:id="rId9"/>
    <p:sldId id="264" r:id="rId10"/>
    <p:sldId id="305" r:id="rId11"/>
    <p:sldId id="298" r:id="rId12"/>
    <p:sldId id="299" r:id="rId13"/>
    <p:sldId id="306" r:id="rId14"/>
    <p:sldId id="300" r:id="rId15"/>
    <p:sldId id="301" r:id="rId16"/>
    <p:sldId id="302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978D26-BD33-4437-A0AA-33A9FB0D4308}">
  <a:tblStyle styleId="{1B978D26-BD33-4437-A0AA-33A9FB0D43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4E6B50D-E90D-491A-8229-C4D95FBCE13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9457"/>
  </p:normalViewPr>
  <p:slideViewPr>
    <p:cSldViewPr snapToGrid="0">
      <p:cViewPr varScale="1">
        <p:scale>
          <a:sx n="128" d="100"/>
          <a:sy n="128" d="100"/>
        </p:scale>
        <p:origin x="1160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8832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Making it easier to find what you need and help yourself, leading to happier, more independent living.</a:t>
            </a:r>
          </a:p>
          <a:p>
            <a:r>
              <a:rPr lang="en-US" dirty="0"/>
              <a:t>Making it easier for everyone to talk and work together.</a:t>
            </a:r>
          </a:p>
          <a:p>
            <a:r>
              <a:rPr lang="en-US" dirty="0"/>
              <a:t>Giving the people who run dorms powerful tools to make their job easier and better.</a:t>
            </a:r>
            <a:endParaRPr lang="en-TJ" dirty="0"/>
          </a:p>
        </p:txBody>
      </p:sp>
    </p:spTree>
    <p:extLst>
      <p:ext uri="{BB962C8B-B14F-4D97-AF65-F5344CB8AC3E}">
        <p14:creationId xmlns:p14="http://schemas.microsoft.com/office/powerpoint/2010/main" val="3046535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7335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80182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4022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19150" y="2704825"/>
            <a:ext cx="4694400" cy="10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19150" y="3661575"/>
            <a:ext cx="4694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 flipH="1">
            <a:off x="5731975" y="479449"/>
            <a:ext cx="2698800" cy="4134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50"/>
            <a:ext cx="9144000" cy="514348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510575" y="2969150"/>
            <a:ext cx="3300000" cy="13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4510575" y="2288450"/>
            <a:ext cx="9963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3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>
            <a:spLocks noGrp="1"/>
          </p:cNvSpPr>
          <p:nvPr>
            <p:ph type="pic" idx="3"/>
          </p:nvPr>
        </p:nvSpPr>
        <p:spPr>
          <a:xfrm>
            <a:off x="1308975" y="539500"/>
            <a:ext cx="27606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37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2376" y="4480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5075649" y="2397075"/>
            <a:ext cx="2505600" cy="14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2"/>
          </p:nvPr>
        </p:nvSpPr>
        <p:spPr>
          <a:xfrm>
            <a:off x="1867775" y="2397075"/>
            <a:ext cx="2505600" cy="14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3"/>
          </p:nvPr>
        </p:nvSpPr>
        <p:spPr>
          <a:xfrm>
            <a:off x="1867775" y="2003123"/>
            <a:ext cx="25056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4"/>
          </p:nvPr>
        </p:nvSpPr>
        <p:spPr>
          <a:xfrm>
            <a:off x="5075650" y="2003123"/>
            <a:ext cx="25056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91440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1255475" y="1061100"/>
            <a:ext cx="347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1255475" y="1714500"/>
            <a:ext cx="3476700" cy="18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Light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>
            <a:spLocks noGrp="1"/>
          </p:cNvSpPr>
          <p:nvPr>
            <p:ph type="pic" idx="2"/>
          </p:nvPr>
        </p:nvSpPr>
        <p:spPr>
          <a:xfrm>
            <a:off x="5403600" y="539500"/>
            <a:ext cx="30273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-50"/>
            <a:ext cx="9144000" cy="514348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713225" y="1692975"/>
            <a:ext cx="4435200" cy="108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713225" y="2779350"/>
            <a:ext cx="44352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Barlow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>
            <a:spLocks noGrp="1"/>
          </p:cNvSpPr>
          <p:nvPr>
            <p:ph type="pic" idx="2"/>
          </p:nvPr>
        </p:nvSpPr>
        <p:spPr>
          <a:xfrm>
            <a:off x="5513975" y="539500"/>
            <a:ext cx="2760600" cy="40644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9"/>
          <p:cNvSpPr/>
          <p:nvPr/>
        </p:nvSpPr>
        <p:spPr>
          <a:xfrm>
            <a:off x="5333675" y="539500"/>
            <a:ext cx="180300" cy="18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 b="0"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2" hasCustomPrompt="1"/>
          </p:nvPr>
        </p:nvSpPr>
        <p:spPr>
          <a:xfrm>
            <a:off x="1177200" y="13781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3" hasCustomPrompt="1"/>
          </p:nvPr>
        </p:nvSpPr>
        <p:spPr>
          <a:xfrm>
            <a:off x="1177200" y="28115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4" hasCustomPrompt="1"/>
          </p:nvPr>
        </p:nvSpPr>
        <p:spPr>
          <a:xfrm>
            <a:off x="3647875" y="13781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5" hasCustomPrompt="1"/>
          </p:nvPr>
        </p:nvSpPr>
        <p:spPr>
          <a:xfrm>
            <a:off x="3647875" y="28115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0" y="13781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7" hasCustomPrompt="1"/>
          </p:nvPr>
        </p:nvSpPr>
        <p:spPr>
          <a:xfrm>
            <a:off x="6118550" y="28115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"/>
          </p:nvPr>
        </p:nvSpPr>
        <p:spPr>
          <a:xfrm>
            <a:off x="1177200" y="17820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8"/>
          </p:nvPr>
        </p:nvSpPr>
        <p:spPr>
          <a:xfrm>
            <a:off x="3647875" y="17820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9"/>
          </p:nvPr>
        </p:nvSpPr>
        <p:spPr>
          <a:xfrm>
            <a:off x="6118550" y="17820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3"/>
          </p:nvPr>
        </p:nvSpPr>
        <p:spPr>
          <a:xfrm>
            <a:off x="1177200" y="321535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4"/>
          </p:nvPr>
        </p:nvSpPr>
        <p:spPr>
          <a:xfrm>
            <a:off x="3647875" y="321535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5"/>
          </p:nvPr>
        </p:nvSpPr>
        <p:spPr>
          <a:xfrm>
            <a:off x="6118550" y="321535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>
            <a:spLocks noGrp="1"/>
          </p:cNvSpPr>
          <p:nvPr>
            <p:ph type="subTitle" idx="1"/>
          </p:nvPr>
        </p:nvSpPr>
        <p:spPr>
          <a:xfrm>
            <a:off x="713225" y="1137075"/>
            <a:ext cx="7739700" cy="1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subTitle" idx="1"/>
          </p:nvPr>
        </p:nvSpPr>
        <p:spPr>
          <a:xfrm>
            <a:off x="1253224" y="175902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subTitle" idx="2"/>
          </p:nvPr>
        </p:nvSpPr>
        <p:spPr>
          <a:xfrm>
            <a:off x="5079776" y="175902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subTitle" idx="3"/>
          </p:nvPr>
        </p:nvSpPr>
        <p:spPr>
          <a:xfrm>
            <a:off x="1253224" y="320425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ubTitle" idx="4"/>
          </p:nvPr>
        </p:nvSpPr>
        <p:spPr>
          <a:xfrm>
            <a:off x="5079776" y="320425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ubTitle" idx="5"/>
          </p:nvPr>
        </p:nvSpPr>
        <p:spPr>
          <a:xfrm>
            <a:off x="1253224" y="145555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ubTitle" idx="6"/>
          </p:nvPr>
        </p:nvSpPr>
        <p:spPr>
          <a:xfrm>
            <a:off x="1253224" y="288760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ubTitle" idx="7"/>
          </p:nvPr>
        </p:nvSpPr>
        <p:spPr>
          <a:xfrm>
            <a:off x="5079749" y="145555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ubTitle" idx="8"/>
          </p:nvPr>
        </p:nvSpPr>
        <p:spPr>
          <a:xfrm>
            <a:off x="5079749" y="288760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subTitle" idx="1"/>
          </p:nvPr>
        </p:nvSpPr>
        <p:spPr>
          <a:xfrm>
            <a:off x="1186376" y="1858677"/>
            <a:ext cx="2138400" cy="8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2"/>
          </p:nvPr>
        </p:nvSpPr>
        <p:spPr>
          <a:xfrm>
            <a:off x="3502800" y="1858677"/>
            <a:ext cx="2138400" cy="8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subTitle" idx="3"/>
          </p:nvPr>
        </p:nvSpPr>
        <p:spPr>
          <a:xfrm>
            <a:off x="1186376" y="3622725"/>
            <a:ext cx="2138400" cy="8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ubTitle" idx="4"/>
          </p:nvPr>
        </p:nvSpPr>
        <p:spPr>
          <a:xfrm>
            <a:off x="3502801" y="3622725"/>
            <a:ext cx="2138400" cy="8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5"/>
          </p:nvPr>
        </p:nvSpPr>
        <p:spPr>
          <a:xfrm>
            <a:off x="5819222" y="1858677"/>
            <a:ext cx="2138400" cy="8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ubTitle" idx="6"/>
          </p:nvPr>
        </p:nvSpPr>
        <p:spPr>
          <a:xfrm>
            <a:off x="5819224" y="3622725"/>
            <a:ext cx="2138400" cy="8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subTitle" idx="7"/>
          </p:nvPr>
        </p:nvSpPr>
        <p:spPr>
          <a:xfrm>
            <a:off x="1186376" y="1554225"/>
            <a:ext cx="2138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ubTitle" idx="8"/>
          </p:nvPr>
        </p:nvSpPr>
        <p:spPr>
          <a:xfrm>
            <a:off x="3502795" y="1554225"/>
            <a:ext cx="2138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subTitle" idx="9"/>
          </p:nvPr>
        </p:nvSpPr>
        <p:spPr>
          <a:xfrm>
            <a:off x="5819213" y="1554225"/>
            <a:ext cx="2138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subTitle" idx="13"/>
          </p:nvPr>
        </p:nvSpPr>
        <p:spPr>
          <a:xfrm>
            <a:off x="1186376" y="3315052"/>
            <a:ext cx="2138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subTitle" idx="14"/>
          </p:nvPr>
        </p:nvSpPr>
        <p:spPr>
          <a:xfrm>
            <a:off x="3502795" y="3315052"/>
            <a:ext cx="2138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ubTitle" idx="15"/>
          </p:nvPr>
        </p:nvSpPr>
        <p:spPr>
          <a:xfrm>
            <a:off x="5819213" y="3315052"/>
            <a:ext cx="2138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aleway Black"/>
              <a:buNone/>
              <a:defRPr sz="2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5" r:id="rId5"/>
    <p:sldLayoutId id="2147483658" r:id="rId6"/>
    <p:sldLayoutId id="2147483659" r:id="rId7"/>
    <p:sldLayoutId id="2147483661" r:id="rId8"/>
    <p:sldLayoutId id="2147483664" r:id="rId9"/>
    <p:sldLayoutId id="2147483665" r:id="rId10"/>
    <p:sldLayoutId id="2147483670" r:id="rId11"/>
    <p:sldLayoutId id="214748367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ctrTitle"/>
          </p:nvPr>
        </p:nvSpPr>
        <p:spPr>
          <a:xfrm>
            <a:off x="2007984" y="1253098"/>
            <a:ext cx="5392058" cy="10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          DORMITORY MANAGEMENT SYSTEM</a:t>
            </a:r>
          </a:p>
        </p:txBody>
      </p:sp>
      <p:sp>
        <p:nvSpPr>
          <p:cNvPr id="152" name="Google Shape;152;p29"/>
          <p:cNvSpPr txBox="1">
            <a:spLocks noGrp="1"/>
          </p:cNvSpPr>
          <p:nvPr>
            <p:ph type="subTitle" idx="1"/>
          </p:nvPr>
        </p:nvSpPr>
        <p:spPr>
          <a:xfrm>
            <a:off x="2224800" y="2571750"/>
            <a:ext cx="4694400" cy="19002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                                     PREPARED BY: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20700051 – Ghalyah Eldandashi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   20801513 – Rakhimjon Berdiev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   20802777 – Seyedehmahissa Salehnezhad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   20803145 – Nazir Alatar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   20911068 – Sulaimon Inomov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Raleway Black"/>
                <a:ea typeface="Raleway Black"/>
                <a:cs typeface="Raleway Black"/>
                <a:sym typeface="Raleway Black"/>
              </a:rPr>
              <a:t>TABLE OF CONTENTS</a:t>
            </a:r>
            <a:endParaRPr sz="250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69" name="Google Shape;169;p31"/>
          <p:cNvSpPr txBox="1">
            <a:spLocks noGrp="1"/>
          </p:cNvSpPr>
          <p:nvPr>
            <p:ph type="title" idx="2"/>
          </p:nvPr>
        </p:nvSpPr>
        <p:spPr>
          <a:xfrm>
            <a:off x="1177200" y="13781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title" idx="3"/>
          </p:nvPr>
        </p:nvSpPr>
        <p:spPr>
          <a:xfrm>
            <a:off x="1177200" y="2824564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71" name="Google Shape;171;p31"/>
          <p:cNvSpPr txBox="1">
            <a:spLocks noGrp="1"/>
          </p:cNvSpPr>
          <p:nvPr>
            <p:ph type="title" idx="4"/>
          </p:nvPr>
        </p:nvSpPr>
        <p:spPr>
          <a:xfrm>
            <a:off x="3647875" y="13781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72" name="Google Shape;172;p31"/>
          <p:cNvSpPr txBox="1">
            <a:spLocks noGrp="1"/>
          </p:cNvSpPr>
          <p:nvPr>
            <p:ph type="title" idx="5"/>
          </p:nvPr>
        </p:nvSpPr>
        <p:spPr>
          <a:xfrm>
            <a:off x="3647875" y="28115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73" name="Google Shape;173;p31"/>
          <p:cNvSpPr txBox="1">
            <a:spLocks noGrp="1"/>
          </p:cNvSpPr>
          <p:nvPr>
            <p:ph type="title" idx="6"/>
          </p:nvPr>
        </p:nvSpPr>
        <p:spPr>
          <a:xfrm>
            <a:off x="6118550" y="13781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74" name="Google Shape;174;p31"/>
          <p:cNvSpPr txBox="1">
            <a:spLocks noGrp="1"/>
          </p:cNvSpPr>
          <p:nvPr>
            <p:ph type="title" idx="7"/>
          </p:nvPr>
        </p:nvSpPr>
        <p:spPr>
          <a:xfrm>
            <a:off x="6118550" y="28115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75" name="Google Shape;175;p31"/>
          <p:cNvSpPr txBox="1">
            <a:spLocks noGrp="1"/>
          </p:cNvSpPr>
          <p:nvPr>
            <p:ph type="subTitle" idx="1"/>
          </p:nvPr>
        </p:nvSpPr>
        <p:spPr>
          <a:xfrm>
            <a:off x="1177200" y="17820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176" name="Google Shape;176;p31"/>
          <p:cNvSpPr txBox="1">
            <a:spLocks noGrp="1"/>
          </p:cNvSpPr>
          <p:nvPr>
            <p:ph type="subTitle" idx="8"/>
          </p:nvPr>
        </p:nvSpPr>
        <p:spPr>
          <a:xfrm>
            <a:off x="3565236" y="1782000"/>
            <a:ext cx="2388139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DORMITORY DILLEMA</a:t>
            </a:r>
            <a:endParaRPr dirty="0"/>
          </a:p>
        </p:txBody>
      </p:sp>
      <p:sp>
        <p:nvSpPr>
          <p:cNvPr id="177" name="Google Shape;177;p31"/>
          <p:cNvSpPr txBox="1">
            <a:spLocks noGrp="1"/>
          </p:cNvSpPr>
          <p:nvPr>
            <p:ph type="subTitle" idx="9"/>
          </p:nvPr>
        </p:nvSpPr>
        <p:spPr>
          <a:xfrm>
            <a:off x="6118549" y="1782000"/>
            <a:ext cx="2526687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BENEFITS OF THE PROJECT</a:t>
            </a:r>
            <a:endParaRPr dirty="0"/>
          </a:p>
        </p:txBody>
      </p:sp>
      <p:sp>
        <p:nvSpPr>
          <p:cNvPr id="178" name="Google Shape;178;p31"/>
          <p:cNvSpPr txBox="1">
            <a:spLocks noGrp="1"/>
          </p:cNvSpPr>
          <p:nvPr>
            <p:ph type="subTitle" idx="13"/>
          </p:nvPr>
        </p:nvSpPr>
        <p:spPr>
          <a:xfrm>
            <a:off x="905164" y="3215350"/>
            <a:ext cx="2577536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IDENTIFYING ISSUES AND RISKS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79" name="Google Shape;179;p31"/>
          <p:cNvSpPr txBox="1">
            <a:spLocks noGrp="1"/>
          </p:cNvSpPr>
          <p:nvPr>
            <p:ph type="subTitle" idx="14"/>
          </p:nvPr>
        </p:nvSpPr>
        <p:spPr>
          <a:xfrm>
            <a:off x="3647875" y="321535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TECHNOLOGY STACK SELECTION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31"/>
          <p:cNvSpPr txBox="1">
            <a:spLocks noGrp="1"/>
          </p:cNvSpPr>
          <p:nvPr>
            <p:ph type="subTitle" idx="15"/>
          </p:nvPr>
        </p:nvSpPr>
        <p:spPr>
          <a:xfrm>
            <a:off x="6118550" y="321535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VISION &amp; STRATEGY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>
            <a:spLocks noGrp="1"/>
          </p:cNvSpPr>
          <p:nvPr>
            <p:ph type="title"/>
          </p:nvPr>
        </p:nvSpPr>
        <p:spPr>
          <a:xfrm>
            <a:off x="713100" y="827086"/>
            <a:ext cx="4582680" cy="11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Welcome to the Future of	 Living in Dorms</a:t>
            </a:r>
            <a:endParaRPr dirty="0"/>
          </a:p>
        </p:txBody>
      </p:sp>
      <p:sp>
        <p:nvSpPr>
          <p:cNvPr id="186" name="Google Shape;186;p32"/>
          <p:cNvSpPr txBox="1">
            <a:spLocks noGrp="1"/>
          </p:cNvSpPr>
          <p:nvPr>
            <p:ph type="subTitle" idx="1"/>
          </p:nvPr>
        </p:nvSpPr>
        <p:spPr>
          <a:xfrm>
            <a:off x="713100" y="2223915"/>
            <a:ext cx="3476700" cy="18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dirty="0"/>
              <a:t>Creating Better Places for Students</a:t>
            </a: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dirty="0"/>
              <a:t>A Fresh Start for Living on Campus</a:t>
            </a: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dirty="0"/>
              <a:t>Easy and Smart Living with Just a Click</a:t>
            </a:r>
            <a:endParaRPr dirty="0"/>
          </a:p>
        </p:txBody>
      </p:sp>
      <p:sp>
        <p:nvSpPr>
          <p:cNvPr id="188" name="Google Shape;188;p32"/>
          <p:cNvSpPr/>
          <p:nvPr/>
        </p:nvSpPr>
        <p:spPr>
          <a:xfrm>
            <a:off x="5223300" y="539500"/>
            <a:ext cx="180300" cy="18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AA9B23B0-F167-ADEA-C5C7-94073C62CF9C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31377" r="31377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>
            <a:spLocks noGrp="1"/>
          </p:cNvSpPr>
          <p:nvPr>
            <p:ph type="title"/>
          </p:nvPr>
        </p:nvSpPr>
        <p:spPr>
          <a:xfrm>
            <a:off x="4510575" y="2969150"/>
            <a:ext cx="3300000" cy="13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Dormitory Challenges</a:t>
            </a:r>
            <a:endParaRPr dirty="0"/>
          </a:p>
        </p:txBody>
      </p:sp>
      <p:sp>
        <p:nvSpPr>
          <p:cNvPr id="194" name="Google Shape;194;p33"/>
          <p:cNvSpPr txBox="1">
            <a:spLocks noGrp="1"/>
          </p:cNvSpPr>
          <p:nvPr>
            <p:ph type="title" idx="2"/>
          </p:nvPr>
        </p:nvSpPr>
        <p:spPr>
          <a:xfrm>
            <a:off x="4510575" y="2288450"/>
            <a:ext cx="996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96" name="Google Shape;196;p33"/>
          <p:cNvSpPr/>
          <p:nvPr/>
        </p:nvSpPr>
        <p:spPr>
          <a:xfrm>
            <a:off x="4069575" y="539500"/>
            <a:ext cx="180300" cy="18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D2770F0-A19D-88DE-9AF9-F84744626D81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14751" r="14751"/>
          <a:stretch>
            <a:fillRect/>
          </a:stretch>
        </p:blipFill>
        <p:spPr>
          <a:xfrm>
            <a:off x="1237969" y="798856"/>
            <a:ext cx="2760662" cy="333479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title"/>
          </p:nvPr>
        </p:nvSpPr>
        <p:spPr>
          <a:xfrm>
            <a:off x="722376" y="4480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Navigating Current Challenges</a:t>
            </a:r>
            <a:endParaRPr dirty="0"/>
          </a:p>
        </p:txBody>
      </p:sp>
      <p:sp>
        <p:nvSpPr>
          <p:cNvPr id="204" name="Google Shape;204;p34"/>
          <p:cNvSpPr txBox="1">
            <a:spLocks noGrp="1"/>
          </p:cNvSpPr>
          <p:nvPr>
            <p:ph type="subTitle" idx="2"/>
          </p:nvPr>
        </p:nvSpPr>
        <p:spPr>
          <a:xfrm>
            <a:off x="722376" y="1624563"/>
            <a:ext cx="4976858" cy="2450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400" b="1" dirty="0"/>
              <a:t>From Wait Times to Real-Time: </a:t>
            </a:r>
            <a:r>
              <a:rPr lang="en-US" sz="1400" dirty="0"/>
              <a:t>Addressing Inefficiencies</a:t>
            </a:r>
          </a:p>
          <a:p>
            <a:pPr marL="228600" indent="-228600">
              <a:lnSpc>
                <a:spcPct val="250000"/>
              </a:lnSpc>
              <a:buFont typeface="+mj-lt"/>
              <a:buAutoNum type="arabicPeriod"/>
            </a:pPr>
            <a:r>
              <a:rPr lang="en-US" sz="1400" b="1" dirty="0"/>
              <a:t>Communication</a:t>
            </a:r>
            <a:r>
              <a:rPr lang="en-US" sz="1400" dirty="0"/>
              <a:t> Breakdowns &amp; </a:t>
            </a:r>
            <a:r>
              <a:rPr lang="en-US" sz="1400" b="1" dirty="0"/>
              <a:t>Maintenance</a:t>
            </a:r>
            <a:r>
              <a:rPr lang="en-US" sz="1400" dirty="0"/>
              <a:t> Delays</a:t>
            </a:r>
          </a:p>
          <a:p>
            <a:pPr marL="228600" indent="-228600">
              <a:lnSpc>
                <a:spcPct val="250000"/>
              </a:lnSpc>
              <a:buFont typeface="+mj-lt"/>
              <a:buAutoNum type="arabicPeriod"/>
            </a:pPr>
            <a:r>
              <a:rPr lang="en-US" sz="1400" b="1" dirty="0"/>
              <a:t>Transitioning to Digital: </a:t>
            </a:r>
            <a:r>
              <a:rPr lang="en-US" sz="1400" dirty="0"/>
              <a:t>A Call for Online Solutions</a:t>
            </a:r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6F9A45-0C6E-7886-5549-14C25DC8F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710" y="1624563"/>
            <a:ext cx="2907553" cy="19321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>
            <a:spLocks noGrp="1"/>
          </p:cNvSpPr>
          <p:nvPr>
            <p:ph type="title"/>
          </p:nvPr>
        </p:nvSpPr>
        <p:spPr>
          <a:xfrm>
            <a:off x="4510575" y="2969150"/>
            <a:ext cx="3300000" cy="129450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Advantages of Our Project</a:t>
            </a:r>
            <a:endParaRPr dirty="0"/>
          </a:p>
        </p:txBody>
      </p:sp>
      <p:sp>
        <p:nvSpPr>
          <p:cNvPr id="194" name="Google Shape;194;p33"/>
          <p:cNvSpPr txBox="1">
            <a:spLocks noGrp="1"/>
          </p:cNvSpPr>
          <p:nvPr>
            <p:ph type="title" idx="2"/>
          </p:nvPr>
        </p:nvSpPr>
        <p:spPr>
          <a:xfrm>
            <a:off x="4510575" y="2288450"/>
            <a:ext cx="996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96" name="Google Shape;196;p33"/>
          <p:cNvSpPr/>
          <p:nvPr/>
        </p:nvSpPr>
        <p:spPr>
          <a:xfrm>
            <a:off x="4069575" y="539500"/>
            <a:ext cx="180300" cy="18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8346D45-0D4F-2678-1EBD-1F9FF89EED98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16035" r="160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33312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BB76AE9-41EC-30C1-B815-44814CEFC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829" y="1507916"/>
            <a:ext cx="8730342" cy="319055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1400" b="1" dirty="0"/>
              <a:t>Streamlining Daily Life: </a:t>
            </a:r>
            <a:r>
              <a:rPr lang="en-US" sz="1400" dirty="0"/>
              <a:t>Automated room bookings, maintenance requests, and notifications.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Enhanced Accessibility: </a:t>
            </a:r>
            <a:r>
              <a:rPr lang="en-US" sz="1400" dirty="0"/>
              <a:t>Making dormitory resources and information available at all times. 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Empowering Users: </a:t>
            </a:r>
            <a:r>
              <a:rPr lang="en-US" sz="1400" dirty="0"/>
              <a:t>Easy access to information and resources, fostering independence and satisfaction.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Enhancing Community: </a:t>
            </a:r>
            <a:r>
              <a:rPr lang="en-US" sz="1400" dirty="0"/>
              <a:t>Facilitating communication and engagement among students and staff. 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Operational Excellence: </a:t>
            </a:r>
            <a:r>
              <a:rPr lang="en-US" sz="1400" dirty="0"/>
              <a:t>Providing administrators with robust tools for efficient management.</a:t>
            </a:r>
            <a:endParaRPr lang="en-TJ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7B9EE3-C269-A519-9A24-37329AF60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J" dirty="0"/>
              <a:t>	Advantages of Our Digital Solution</a:t>
            </a:r>
          </a:p>
        </p:txBody>
      </p:sp>
    </p:spTree>
    <p:extLst>
      <p:ext uri="{BB962C8B-B14F-4D97-AF65-F5344CB8AC3E}">
        <p14:creationId xmlns:p14="http://schemas.microsoft.com/office/powerpoint/2010/main" val="319833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>
            <a:spLocks noGrp="1"/>
          </p:cNvSpPr>
          <p:nvPr>
            <p:ph type="title"/>
          </p:nvPr>
        </p:nvSpPr>
        <p:spPr>
          <a:xfrm>
            <a:off x="4510574" y="2969150"/>
            <a:ext cx="3878513" cy="13157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Identifying Issues and Risks</a:t>
            </a:r>
            <a:endParaRPr dirty="0"/>
          </a:p>
        </p:txBody>
      </p:sp>
      <p:sp>
        <p:nvSpPr>
          <p:cNvPr id="194" name="Google Shape;194;p33"/>
          <p:cNvSpPr txBox="1">
            <a:spLocks noGrp="1"/>
          </p:cNvSpPr>
          <p:nvPr>
            <p:ph type="title" idx="2"/>
          </p:nvPr>
        </p:nvSpPr>
        <p:spPr>
          <a:xfrm>
            <a:off x="4510575" y="2288450"/>
            <a:ext cx="996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96" name="Google Shape;196;p33"/>
          <p:cNvSpPr/>
          <p:nvPr/>
        </p:nvSpPr>
        <p:spPr>
          <a:xfrm>
            <a:off x="4069575" y="539500"/>
            <a:ext cx="180300" cy="18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DA9FBA7-E966-6C32-6158-499529434C93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16035" r="160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26259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Identifying Issues and Risks</a:t>
            </a:r>
            <a:endParaRPr dirty="0"/>
          </a:p>
        </p:txBody>
      </p:sp>
      <p:sp>
        <p:nvSpPr>
          <p:cNvPr id="244" name="Google Shape;244;p37"/>
          <p:cNvSpPr txBox="1">
            <a:spLocks noGrp="1"/>
          </p:cNvSpPr>
          <p:nvPr>
            <p:ph type="subTitle" idx="1"/>
          </p:nvPr>
        </p:nvSpPr>
        <p:spPr>
          <a:xfrm>
            <a:off x="872058" y="1858677"/>
            <a:ext cx="2138400" cy="8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Making sure we know exactly what features our website needs to help students and staff</a:t>
            </a:r>
            <a:endParaRPr dirty="0"/>
          </a:p>
        </p:txBody>
      </p:sp>
      <p:sp>
        <p:nvSpPr>
          <p:cNvPr id="245" name="Google Shape;245;p37"/>
          <p:cNvSpPr txBox="1">
            <a:spLocks noGrp="1"/>
          </p:cNvSpPr>
          <p:nvPr>
            <p:ph type="subTitle" idx="2"/>
          </p:nvPr>
        </p:nvSpPr>
        <p:spPr>
          <a:xfrm>
            <a:off x="3502800" y="1858677"/>
            <a:ext cx="2138400" cy="8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Assembling a team with the ideal skills to create a reliable and appealing website</a:t>
            </a:r>
            <a:endParaRPr dirty="0"/>
          </a:p>
        </p:txBody>
      </p:sp>
      <p:sp>
        <p:nvSpPr>
          <p:cNvPr id="246" name="Google Shape;246;p37"/>
          <p:cNvSpPr txBox="1">
            <a:spLocks noGrp="1"/>
          </p:cNvSpPr>
          <p:nvPr>
            <p:ph type="subTitle" idx="3"/>
          </p:nvPr>
        </p:nvSpPr>
        <p:spPr>
          <a:xfrm>
            <a:off x="1999212" y="3688354"/>
            <a:ext cx="2138400" cy="8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Protecting everyone's personal information and making sure the website is secure against hackers</a:t>
            </a:r>
            <a:endParaRPr dirty="0"/>
          </a:p>
        </p:txBody>
      </p:sp>
      <p:sp>
        <p:nvSpPr>
          <p:cNvPr id="247" name="Google Shape;247;p37"/>
          <p:cNvSpPr txBox="1">
            <a:spLocks noGrp="1"/>
          </p:cNvSpPr>
          <p:nvPr>
            <p:ph type="subTitle" idx="4"/>
          </p:nvPr>
        </p:nvSpPr>
        <p:spPr>
          <a:xfrm>
            <a:off x="4750013" y="3692152"/>
            <a:ext cx="2138400" cy="8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Keeping the project on schedule and within budget, so we deliver on time without extra costs</a:t>
            </a:r>
            <a:endParaRPr dirty="0"/>
          </a:p>
        </p:txBody>
      </p:sp>
      <p:sp>
        <p:nvSpPr>
          <p:cNvPr id="248" name="Google Shape;248;p37"/>
          <p:cNvSpPr txBox="1">
            <a:spLocks noGrp="1"/>
          </p:cNvSpPr>
          <p:nvPr>
            <p:ph type="subTitle" idx="7"/>
          </p:nvPr>
        </p:nvSpPr>
        <p:spPr>
          <a:xfrm>
            <a:off x="872067" y="1358625"/>
            <a:ext cx="2452709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dirty="0"/>
              <a:t>Getting It Just Right</a:t>
            </a:r>
          </a:p>
        </p:txBody>
      </p:sp>
      <p:sp>
        <p:nvSpPr>
          <p:cNvPr id="249" name="Google Shape;249;p37"/>
          <p:cNvSpPr txBox="1">
            <a:spLocks noGrp="1"/>
          </p:cNvSpPr>
          <p:nvPr>
            <p:ph type="subTitle" idx="8"/>
          </p:nvPr>
        </p:nvSpPr>
        <p:spPr>
          <a:xfrm>
            <a:off x="3502795" y="1554225"/>
            <a:ext cx="2138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Technical Expertise</a:t>
            </a:r>
            <a:endParaRPr dirty="0"/>
          </a:p>
        </p:txBody>
      </p:sp>
      <p:sp>
        <p:nvSpPr>
          <p:cNvPr id="250" name="Google Shape;250;p37"/>
          <p:cNvSpPr txBox="1">
            <a:spLocks noGrp="1"/>
          </p:cNvSpPr>
          <p:nvPr>
            <p:ph type="subTitle" idx="9"/>
          </p:nvPr>
        </p:nvSpPr>
        <p:spPr>
          <a:xfrm>
            <a:off x="5895413" y="1554225"/>
            <a:ext cx="2138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Testing It Out</a:t>
            </a:r>
            <a:endParaRPr dirty="0"/>
          </a:p>
        </p:txBody>
      </p:sp>
      <p:sp>
        <p:nvSpPr>
          <p:cNvPr id="251" name="Google Shape;251;p37"/>
          <p:cNvSpPr txBox="1">
            <a:spLocks noGrp="1"/>
          </p:cNvSpPr>
          <p:nvPr>
            <p:ph type="subTitle" idx="5"/>
          </p:nvPr>
        </p:nvSpPr>
        <p:spPr>
          <a:xfrm>
            <a:off x="5895408" y="1858677"/>
            <a:ext cx="2138400" cy="8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Setting up a test space to find and fix problems, ensuring everything runs smoothly</a:t>
            </a:r>
            <a:endParaRPr dirty="0"/>
          </a:p>
        </p:txBody>
      </p:sp>
      <p:sp>
        <p:nvSpPr>
          <p:cNvPr id="253" name="Google Shape;253;p37"/>
          <p:cNvSpPr txBox="1">
            <a:spLocks noGrp="1"/>
          </p:cNvSpPr>
          <p:nvPr>
            <p:ph type="subTitle" idx="13"/>
          </p:nvPr>
        </p:nvSpPr>
        <p:spPr>
          <a:xfrm>
            <a:off x="1999212" y="3315052"/>
            <a:ext cx="2138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Keeping It Safe</a:t>
            </a:r>
            <a:endParaRPr dirty="0"/>
          </a:p>
        </p:txBody>
      </p:sp>
      <p:sp>
        <p:nvSpPr>
          <p:cNvPr id="254" name="Google Shape;254;p37"/>
          <p:cNvSpPr txBox="1">
            <a:spLocks noGrp="1"/>
          </p:cNvSpPr>
          <p:nvPr>
            <p:ph type="subTitle" idx="14"/>
          </p:nvPr>
        </p:nvSpPr>
        <p:spPr>
          <a:xfrm>
            <a:off x="4572000" y="3402979"/>
            <a:ext cx="3321338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Time and Resource </a:t>
            </a:r>
            <a:br>
              <a:rPr lang="en-US" dirty="0"/>
            </a:br>
            <a:r>
              <a:rPr lang="en-US" dirty="0"/>
              <a:t>        Constraints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>
            <a:spLocks noGrp="1"/>
          </p:cNvSpPr>
          <p:nvPr>
            <p:ph type="title"/>
          </p:nvPr>
        </p:nvSpPr>
        <p:spPr>
          <a:xfrm>
            <a:off x="4510574" y="2969149"/>
            <a:ext cx="3793453" cy="13051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Technology Stack Selection</a:t>
            </a:r>
            <a:endParaRPr dirty="0"/>
          </a:p>
        </p:txBody>
      </p:sp>
      <p:sp>
        <p:nvSpPr>
          <p:cNvPr id="194" name="Google Shape;194;p33"/>
          <p:cNvSpPr txBox="1">
            <a:spLocks noGrp="1"/>
          </p:cNvSpPr>
          <p:nvPr>
            <p:ph type="title" idx="2"/>
          </p:nvPr>
        </p:nvSpPr>
        <p:spPr>
          <a:xfrm>
            <a:off x="4510575" y="2288450"/>
            <a:ext cx="996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196" name="Google Shape;196;p33"/>
          <p:cNvSpPr/>
          <p:nvPr/>
        </p:nvSpPr>
        <p:spPr>
          <a:xfrm>
            <a:off x="4069575" y="539500"/>
            <a:ext cx="180300" cy="18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567317C9-E67D-80DE-E26A-8D88EB25D067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27345" r="2734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26663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9310CFD-9AC1-06B2-5283-B8BB032DA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1137075"/>
            <a:ext cx="8305799" cy="3197858"/>
          </a:xfrm>
        </p:spPr>
        <p:txBody>
          <a:bodyPr/>
          <a:lstStyle/>
          <a:p>
            <a:r>
              <a:rPr lang="en-TJ" b="1" dirty="0"/>
              <a:t>Planning Tools: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Visual Paradigm: For creating UML diagrams, visualizing system architecture.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MS Word: For comprehensive documentation of project specifics.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Microsoft Visio: For crafting Entity-Relationship Diagrams (ERDs).</a:t>
            </a:r>
          </a:p>
          <a:p>
            <a:pPr>
              <a:buFont typeface="Wingdings" pitchFamily="2" charset="2"/>
              <a:buChar char="Ø"/>
            </a:pPr>
            <a:endParaRPr lang="en-TJ" dirty="0"/>
          </a:p>
          <a:p>
            <a:pPr>
              <a:buFont typeface="Wingdings" pitchFamily="2" charset="2"/>
              <a:buChar char="Ø"/>
            </a:pPr>
            <a:endParaRPr lang="en-TJ" dirty="0"/>
          </a:p>
          <a:p>
            <a:r>
              <a:rPr lang="en-TJ" b="1" dirty="0"/>
              <a:t>Development Tools: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VS Code &amp; </a:t>
            </a:r>
            <a:r>
              <a:rPr lang="en-US" dirty="0" err="1"/>
              <a:t>PHPStorm</a:t>
            </a:r>
            <a:r>
              <a:rPr lang="en-US" dirty="0"/>
              <a:t>: For coding, debugging, and version control.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Azure Hosting: For reliable, scalable web hosting.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r>
              <a:rPr lang="en-US" b="1" dirty="0"/>
              <a:t>Programming Languages:</a:t>
            </a:r>
          </a:p>
          <a:p>
            <a:pPr>
              <a:buFont typeface="Wingdings" pitchFamily="2" charset="2"/>
              <a:buChar char="Ø"/>
            </a:pPr>
            <a:r>
              <a:rPr lang="en-US" dirty="0" err="1"/>
              <a:t>React.js</a:t>
            </a:r>
            <a:r>
              <a:rPr lang="en-US" dirty="0"/>
              <a:t>: For dynamic and responsive user interfaces.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Node.js: For server-side scripting and real-time data management.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MongoDB: For an efficient, JavaScript-based database system.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A17B03-6386-BF13-B8BC-9DF9AB9D3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J" dirty="0"/>
              <a:t>Technology Stack Selection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DC86F-928D-9BD3-397F-D67004458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01" y="3210439"/>
            <a:ext cx="2959098" cy="101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999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05691-D351-5723-E859-CAEF6D750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J" dirty="0"/>
              <a:t>Advantages of the Selected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478A0-D4A1-5F8D-CD05-E5691FD69E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Fast, dynamic user interfaces with reusable components.</a:t>
            </a:r>
            <a:endParaRPr lang="en-TJ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BD8A40B-6B90-8AF3-DD14-07A948A9E342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rPr lang="en-US" dirty="0"/>
              <a:t>Efficient real-time data handling and easy scalability.</a:t>
            </a:r>
            <a:endParaRPr lang="en-TJ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4080FA5-5FA7-75C4-2945-144B180C7817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242890" y="3145500"/>
            <a:ext cx="2811000" cy="954900"/>
          </a:xfrm>
        </p:spPr>
        <p:txBody>
          <a:bodyPr/>
          <a:lstStyle/>
          <a:p>
            <a:r>
              <a:rPr lang="en-US" dirty="0"/>
              <a:t>Flexible, scalable database for high-performance needs</a:t>
            </a:r>
            <a:endParaRPr lang="en-TJ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07ECD44-0FA6-9D03-15BD-F5380D6C4CCC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 lang="en-TJ" dirty="0"/>
              <a:t>React.js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5355A579-8500-169F-D46C-9F99A7266486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3242890" y="2828850"/>
            <a:ext cx="2811000" cy="377100"/>
          </a:xfrm>
        </p:spPr>
        <p:txBody>
          <a:bodyPr/>
          <a:lstStyle/>
          <a:p>
            <a:r>
              <a:rPr lang="en-TJ" dirty="0"/>
              <a:t>MongoDB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5699303-B6CA-47D8-50CB-596CA08020F9}"/>
              </a:ext>
            </a:extLst>
          </p:cNvPr>
          <p:cNvSpPr>
            <a:spLocks noGrp="1"/>
          </p:cNvSpPr>
          <p:nvPr>
            <p:ph type="subTitle" idx="7"/>
          </p:nvPr>
        </p:nvSpPr>
        <p:spPr/>
        <p:txBody>
          <a:bodyPr/>
          <a:lstStyle/>
          <a:p>
            <a:r>
              <a:rPr lang="en-TJ" dirty="0"/>
              <a:t>Node.js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1934DB-609A-7163-CD42-61A55D4D3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05" y="1579489"/>
            <a:ext cx="584478" cy="5063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990531-9E90-3116-0AEF-1F5A81525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834" y="1341925"/>
            <a:ext cx="1333500" cy="9779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BEAC8E5-9C04-56D9-AD44-092714129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197" y="2928311"/>
            <a:ext cx="1653427" cy="44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164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>
            <a:spLocks noGrp="1"/>
          </p:cNvSpPr>
          <p:nvPr>
            <p:ph type="title"/>
          </p:nvPr>
        </p:nvSpPr>
        <p:spPr>
          <a:xfrm>
            <a:off x="4510574" y="2969150"/>
            <a:ext cx="3952941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Vision &amp; Strategy</a:t>
            </a:r>
            <a:endParaRPr dirty="0"/>
          </a:p>
        </p:txBody>
      </p:sp>
      <p:sp>
        <p:nvSpPr>
          <p:cNvPr id="194" name="Google Shape;194;p33"/>
          <p:cNvSpPr txBox="1">
            <a:spLocks noGrp="1"/>
          </p:cNvSpPr>
          <p:nvPr>
            <p:ph type="title" idx="2"/>
          </p:nvPr>
        </p:nvSpPr>
        <p:spPr>
          <a:xfrm>
            <a:off x="4510575" y="2288450"/>
            <a:ext cx="996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196" name="Google Shape;196;p33"/>
          <p:cNvSpPr/>
          <p:nvPr/>
        </p:nvSpPr>
        <p:spPr>
          <a:xfrm>
            <a:off x="4069575" y="539500"/>
            <a:ext cx="180300" cy="18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7C07790-BA6B-B990-712B-98A3EE05162E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l="12907" r="1290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99664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3C591A7-7FAA-A5D6-0F6C-C9F3314C2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5666" y="1421553"/>
            <a:ext cx="5969001" cy="230039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1400" b="1" dirty="0"/>
              <a:t>User-Centric Design: </a:t>
            </a:r>
            <a:r>
              <a:rPr lang="en-US" sz="1400" dirty="0"/>
              <a:t>Intuitive and easy navigation for all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Visual and Functional Harmony: </a:t>
            </a:r>
            <a:r>
              <a:rPr lang="en-US" sz="1400" dirty="0"/>
              <a:t>Combining looks with practicality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Accessibility and Inclusivity: </a:t>
            </a:r>
            <a:r>
              <a:rPr lang="en-US" sz="1400" dirty="0"/>
              <a:t>Accessible to every user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Prototyping and Feedback:</a:t>
            </a:r>
            <a:r>
              <a:rPr lang="en-US" sz="1400" dirty="0"/>
              <a:t> Iterating design with user input</a:t>
            </a:r>
            <a:endParaRPr lang="en-TJ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B2C5BE-C5BB-88B0-4438-8AD01CA57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33" y="445025"/>
            <a:ext cx="7704000" cy="572700"/>
          </a:xfrm>
        </p:spPr>
        <p:txBody>
          <a:bodyPr/>
          <a:lstStyle/>
          <a:p>
            <a:r>
              <a:rPr lang="en-TJ" dirty="0"/>
              <a:t>		Vision and Strategy</a:t>
            </a:r>
          </a:p>
        </p:txBody>
      </p:sp>
    </p:spTree>
    <p:extLst>
      <p:ext uri="{BB962C8B-B14F-4D97-AF65-F5344CB8AC3E}">
        <p14:creationId xmlns:p14="http://schemas.microsoft.com/office/powerpoint/2010/main" val="2019357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6E5BE2D-69B6-B562-8ABA-CE7F761ED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525" y="1577340"/>
            <a:ext cx="7739700" cy="2215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Achievements: </a:t>
            </a:r>
            <a:r>
              <a:rPr lang="en-US" dirty="0"/>
              <a:t>We've introduced innovative features that make dormitory living and management smoother and more enjoyable.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Lessons Learned: </a:t>
            </a:r>
            <a:r>
              <a:rPr lang="en-US" dirty="0"/>
              <a:t>Every challenge has taught us about resilience, innovation, and the value of user feedback.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Next Steps: </a:t>
            </a:r>
            <a:r>
              <a:rPr lang="en-US" dirty="0"/>
              <a:t>We're already planning new features and enhancements, continually improving the system.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Vision for the Future: </a:t>
            </a:r>
            <a:r>
              <a:rPr lang="en-US" dirty="0"/>
              <a:t>We're committed to evolving with technology and needs, ensuring our system remains at the forefront of dormitory management.</a:t>
            </a:r>
            <a:endParaRPr lang="en-TJ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057DFB-EE53-C16D-BDB3-3DF820E0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J" dirty="0"/>
              <a:t>Project Orientation Conclusion</a:t>
            </a:r>
          </a:p>
        </p:txBody>
      </p:sp>
    </p:spTree>
    <p:extLst>
      <p:ext uri="{BB962C8B-B14F-4D97-AF65-F5344CB8AC3E}">
        <p14:creationId xmlns:p14="http://schemas.microsoft.com/office/powerpoint/2010/main" val="4183765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B29E3-FAA6-38F8-C4BE-61C61273D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425" y="1887709"/>
            <a:ext cx="4435200" cy="1086300"/>
          </a:xfrm>
        </p:spPr>
        <p:txBody>
          <a:bodyPr/>
          <a:lstStyle/>
          <a:p>
            <a:r>
              <a:rPr lang="en-TJ" dirty="0"/>
              <a:t>THANK YOU !</a:t>
            </a:r>
          </a:p>
        </p:txBody>
      </p:sp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B46DF70E-0E93-4681-03D0-27267160AA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226" t="3360" r="1517" b="5038"/>
          <a:stretch/>
        </p:blipFill>
        <p:spPr>
          <a:xfrm>
            <a:off x="4654933" y="900932"/>
            <a:ext cx="2971801" cy="359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06648"/>
      </p:ext>
    </p:extLst>
  </p:cSld>
  <p:clrMapOvr>
    <a:masterClrMapping/>
  </p:clrMapOvr>
</p:sld>
</file>

<file path=ppt/theme/theme1.xml><?xml version="1.0" encoding="utf-8"?>
<a:theme xmlns:a="http://schemas.openxmlformats.org/drawingml/2006/main" name="IT Support Company Profile by Slidesgo">
  <a:themeElements>
    <a:clrScheme name="Simple Light">
      <a:dk1>
        <a:srgbClr val="E1E0E0"/>
      </a:dk1>
      <a:lt1>
        <a:srgbClr val="D27931"/>
      </a:lt1>
      <a:dk2>
        <a:srgbClr val="010326"/>
      </a:dk2>
      <a:lt2>
        <a:srgbClr val="80A7AA"/>
      </a:lt2>
      <a:accent1>
        <a:srgbClr val="57CFD4"/>
      </a:accent1>
      <a:accent2>
        <a:srgbClr val="88594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1E0E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2381</TotalTime>
  <Words>617</Words>
  <Application>Microsoft Macintosh PowerPoint</Application>
  <PresentationFormat>On-screen Show (16:9)</PresentationFormat>
  <Paragraphs>94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Anaheim</vt:lpstr>
      <vt:lpstr>Arial</vt:lpstr>
      <vt:lpstr>Barlow</vt:lpstr>
      <vt:lpstr>Nunito Light</vt:lpstr>
      <vt:lpstr>Open Sans</vt:lpstr>
      <vt:lpstr>Raleway</vt:lpstr>
      <vt:lpstr>Raleway Black</vt:lpstr>
      <vt:lpstr>Raleway ExtraBold</vt:lpstr>
      <vt:lpstr>Wingdings</vt:lpstr>
      <vt:lpstr>IT Support Company Profile by Slidesgo</vt:lpstr>
      <vt:lpstr>          DORMITORY MANAGEMENT SYSTEM</vt:lpstr>
      <vt:lpstr>TABLE OF CONTENTS</vt:lpstr>
      <vt:lpstr>Welcome to the Future of  Living in Dorms</vt:lpstr>
      <vt:lpstr>Dormitory Challenges</vt:lpstr>
      <vt:lpstr>Navigating Current Challenges</vt:lpstr>
      <vt:lpstr>Advantages of Our Project</vt:lpstr>
      <vt:lpstr> Advantages of Our Digital Solution</vt:lpstr>
      <vt:lpstr>Identifying Issues and Risks</vt:lpstr>
      <vt:lpstr>Identifying Issues and Risks</vt:lpstr>
      <vt:lpstr>Technology Stack Selection</vt:lpstr>
      <vt:lpstr>Technology Stack Selection</vt:lpstr>
      <vt:lpstr>Advantages of the Selected Tools</vt:lpstr>
      <vt:lpstr>Vision &amp; Strategy</vt:lpstr>
      <vt:lpstr>  Vision and Strategy</vt:lpstr>
      <vt:lpstr>Project Orientation Conclusion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DORMITORY MANAGEMENT SYSTEM</dc:title>
  <cp:lastModifiedBy>Rahimjon Berdiev</cp:lastModifiedBy>
  <cp:revision>11</cp:revision>
  <dcterms:modified xsi:type="dcterms:W3CDTF">2024-01-01T13:05:29Z</dcterms:modified>
</cp:coreProperties>
</file>