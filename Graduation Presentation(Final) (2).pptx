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74" r:id="rId1"/>
  </p:sldMasterIdLst>
  <p:notesMasterIdLst>
    <p:notesMasterId r:id="rId10"/>
  </p:notesMasterIdLst>
  <p:sldIdLst>
    <p:sldId id="256" r:id="rId2"/>
    <p:sldId id="258" r:id="rId3"/>
    <p:sldId id="259" r:id="rId4"/>
    <p:sldId id="261" r:id="rId5"/>
    <p:sldId id="297" r:id="rId6"/>
    <p:sldId id="298" r:id="rId7"/>
    <p:sldId id="301" r:id="rId8"/>
    <p:sldId id="302" r:id="rId9"/>
  </p:sldIdLst>
  <p:sldSz cx="9144000" cy="5143500" type="screen16x9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1B978D26-BD33-4437-A0AA-33A9FB0D4308}">
  <a:tblStyle styleId="{1B978D26-BD33-4437-A0AA-33A9FB0D4308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B4E6B50D-E90D-491A-8229-C4D95FBCE132}" styleName="Table_1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0"/>
    <p:restoredTop sz="89399"/>
  </p:normalViewPr>
  <p:slideViewPr>
    <p:cSldViewPr snapToGrid="0">
      <p:cViewPr varScale="1">
        <p:scale>
          <a:sx n="129" d="100"/>
          <a:sy n="129" d="100"/>
        </p:scale>
        <p:origin x="1160" y="184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g4dfce81f19_0_4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9" name="Google Shape;149;g4dfce81f19_0_4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gd431007ba2_0_2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6" name="Google Shape;166;gd431007ba2_0_2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200" i="1">
              <a:solidFill>
                <a:srgbClr val="595959"/>
              </a:solidFill>
              <a:latin typeface="Anaheim"/>
              <a:ea typeface="Anaheim"/>
              <a:cs typeface="Anaheim"/>
              <a:sym typeface="Anaheim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g54dda1946d_6_3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3" name="Google Shape;183;g54dda1946d_6_32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g54dda1946d_6_33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9" name="Google Shape;199;g54dda1946d_6_33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TJ" dirty="0"/>
          </a:p>
        </p:txBody>
      </p:sp>
    </p:spTree>
    <p:extLst>
      <p:ext uri="{BB962C8B-B14F-4D97-AF65-F5344CB8AC3E}">
        <p14:creationId xmlns:p14="http://schemas.microsoft.com/office/powerpoint/2010/main" val="304653514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TJ" dirty="0"/>
          </a:p>
        </p:txBody>
      </p:sp>
    </p:spTree>
    <p:extLst>
      <p:ext uri="{BB962C8B-B14F-4D97-AF65-F5344CB8AC3E}">
        <p14:creationId xmlns:p14="http://schemas.microsoft.com/office/powerpoint/2010/main" val="229925089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Google Shape;9;p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0"/>
            <a:ext cx="9144000" cy="5143513"/>
          </a:xfrm>
          <a:prstGeom prst="rect">
            <a:avLst/>
          </a:prstGeom>
          <a:noFill/>
          <a:ln>
            <a:noFill/>
          </a:ln>
        </p:spPr>
      </p:pic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819150" y="2704825"/>
            <a:ext cx="4694400" cy="1032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3600" b="0">
                <a:latin typeface="Raleway Black"/>
                <a:ea typeface="Raleway Black"/>
                <a:cs typeface="Raleway Black"/>
                <a:sym typeface="Raleway Black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819150" y="3661575"/>
            <a:ext cx="4694400" cy="475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400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  <p:sp>
        <p:nvSpPr>
          <p:cNvPr id="12" name="Google Shape;12;p2"/>
          <p:cNvSpPr>
            <a:spLocks noGrp="1"/>
          </p:cNvSpPr>
          <p:nvPr>
            <p:ph type="pic" idx="2"/>
          </p:nvPr>
        </p:nvSpPr>
        <p:spPr>
          <a:xfrm flipH="1">
            <a:off x="5731975" y="479449"/>
            <a:ext cx="2698800" cy="41346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" name="Google Shape;23;p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flipH="1">
            <a:off x="2375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24" name="Google Shape;24;p5"/>
          <p:cNvSpPr txBox="1">
            <a:spLocks noGrp="1"/>
          </p:cNvSpPr>
          <p:nvPr>
            <p:ph type="title"/>
          </p:nvPr>
        </p:nvSpPr>
        <p:spPr>
          <a:xfrm>
            <a:off x="722376" y="448056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 b="0">
                <a:latin typeface="Raleway Black"/>
                <a:ea typeface="Raleway Black"/>
                <a:cs typeface="Raleway Black"/>
                <a:sym typeface="Raleway Black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5"/>
          <p:cNvSpPr txBox="1">
            <a:spLocks noGrp="1"/>
          </p:cNvSpPr>
          <p:nvPr>
            <p:ph type="subTitle" idx="1"/>
          </p:nvPr>
        </p:nvSpPr>
        <p:spPr>
          <a:xfrm>
            <a:off x="5075649" y="2397075"/>
            <a:ext cx="2505600" cy="1466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>
                <a:latin typeface="Barlow"/>
                <a:ea typeface="Barlow"/>
                <a:cs typeface="Barlow"/>
                <a:sym typeface="Barlow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5"/>
          <p:cNvSpPr txBox="1">
            <a:spLocks noGrp="1"/>
          </p:cNvSpPr>
          <p:nvPr>
            <p:ph type="subTitle" idx="2"/>
          </p:nvPr>
        </p:nvSpPr>
        <p:spPr>
          <a:xfrm>
            <a:off x="1867775" y="2397075"/>
            <a:ext cx="2505600" cy="1466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>
                <a:latin typeface="Barlow"/>
                <a:ea typeface="Barlow"/>
                <a:cs typeface="Barlow"/>
                <a:sym typeface="Barlow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5"/>
          <p:cNvSpPr txBox="1">
            <a:spLocks noGrp="1"/>
          </p:cNvSpPr>
          <p:nvPr>
            <p:ph type="subTitle" idx="3"/>
          </p:nvPr>
        </p:nvSpPr>
        <p:spPr>
          <a:xfrm>
            <a:off x="1867775" y="2003123"/>
            <a:ext cx="2505600" cy="447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1600">
                <a:solidFill>
                  <a:schemeClr val="dk1"/>
                </a:solidFill>
                <a:latin typeface="Raleway ExtraBold"/>
                <a:ea typeface="Raleway ExtraBold"/>
                <a:cs typeface="Raleway ExtraBold"/>
                <a:sym typeface="Raleway ExtraBold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endParaRPr/>
          </a:p>
        </p:txBody>
      </p:sp>
      <p:sp>
        <p:nvSpPr>
          <p:cNvPr id="28" name="Google Shape;28;p5"/>
          <p:cNvSpPr txBox="1">
            <a:spLocks noGrp="1"/>
          </p:cNvSpPr>
          <p:nvPr>
            <p:ph type="subTitle" idx="4"/>
          </p:nvPr>
        </p:nvSpPr>
        <p:spPr>
          <a:xfrm>
            <a:off x="5075650" y="2003123"/>
            <a:ext cx="2505600" cy="447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1600">
                <a:solidFill>
                  <a:schemeClr val="dk1"/>
                </a:solidFill>
                <a:latin typeface="Raleway ExtraBold"/>
                <a:ea typeface="Raleway ExtraBold"/>
                <a:cs typeface="Raleway ExtraBold"/>
                <a:sym typeface="Raleway ExtraBold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" name="Google Shape;33;p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10800000" flipH="1">
            <a:off x="0" y="0"/>
            <a:ext cx="914401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34" name="Google Shape;34;p7"/>
          <p:cNvSpPr txBox="1">
            <a:spLocks noGrp="1"/>
          </p:cNvSpPr>
          <p:nvPr>
            <p:ph type="title"/>
          </p:nvPr>
        </p:nvSpPr>
        <p:spPr>
          <a:xfrm>
            <a:off x="1255475" y="1061100"/>
            <a:ext cx="34767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 b="0">
                <a:latin typeface="Raleway Black"/>
                <a:ea typeface="Raleway Black"/>
                <a:cs typeface="Raleway Black"/>
                <a:sym typeface="Raleway Black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7"/>
          <p:cNvSpPr txBox="1">
            <a:spLocks noGrp="1"/>
          </p:cNvSpPr>
          <p:nvPr>
            <p:ph type="subTitle" idx="1"/>
          </p:nvPr>
        </p:nvSpPr>
        <p:spPr>
          <a:xfrm>
            <a:off x="1255475" y="1714500"/>
            <a:ext cx="3476700" cy="1857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Nunito Light"/>
              <a:buChar char="●"/>
              <a:defRPr>
                <a:latin typeface="Barlow"/>
                <a:ea typeface="Barlow"/>
                <a:cs typeface="Barlow"/>
                <a:sym typeface="Barlow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200"/>
              <a:buFont typeface="Nunito Light"/>
              <a:buChar char="○"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200"/>
              <a:buFont typeface="Nunito Light"/>
              <a:buChar char="■"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200"/>
              <a:buFont typeface="Nunito Light"/>
              <a:buChar char="●"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200"/>
              <a:buFont typeface="Nunito Light"/>
              <a:buChar char="○"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"/>
              <a:buFont typeface="Nunito Light"/>
              <a:buChar char="■"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"/>
              <a:buFont typeface="Nunito Light"/>
              <a:buChar char="●"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"/>
              <a:buFont typeface="Nunito Light"/>
              <a:buChar char="○"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"/>
              <a:buFont typeface="Nunito Light"/>
              <a:buChar char="■"/>
              <a:defRPr/>
            </a:lvl9pPr>
          </a:lstStyle>
          <a:p>
            <a:endParaRPr/>
          </a:p>
        </p:txBody>
      </p:sp>
      <p:sp>
        <p:nvSpPr>
          <p:cNvPr id="36" name="Google Shape;36;p7"/>
          <p:cNvSpPr>
            <a:spLocks noGrp="1"/>
          </p:cNvSpPr>
          <p:nvPr>
            <p:ph type="pic" idx="2"/>
          </p:nvPr>
        </p:nvSpPr>
        <p:spPr>
          <a:xfrm>
            <a:off x="5403600" y="539500"/>
            <a:ext cx="3027300" cy="40644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3" name="Google Shape;43;p9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flipH="1">
            <a:off x="0" y="-50"/>
            <a:ext cx="9144000" cy="5143484"/>
          </a:xfrm>
          <a:prstGeom prst="rect">
            <a:avLst/>
          </a:prstGeom>
          <a:noFill/>
          <a:ln>
            <a:noFill/>
          </a:ln>
        </p:spPr>
      </p:pic>
      <p:sp>
        <p:nvSpPr>
          <p:cNvPr id="44" name="Google Shape;44;p9"/>
          <p:cNvSpPr txBox="1">
            <a:spLocks noGrp="1"/>
          </p:cNvSpPr>
          <p:nvPr>
            <p:ph type="title"/>
          </p:nvPr>
        </p:nvSpPr>
        <p:spPr>
          <a:xfrm>
            <a:off x="713225" y="1692975"/>
            <a:ext cx="4435200" cy="1086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45" name="Google Shape;45;p9"/>
          <p:cNvSpPr txBox="1">
            <a:spLocks noGrp="1"/>
          </p:cNvSpPr>
          <p:nvPr>
            <p:ph type="subTitle" idx="1"/>
          </p:nvPr>
        </p:nvSpPr>
        <p:spPr>
          <a:xfrm>
            <a:off x="713225" y="2779350"/>
            <a:ext cx="4435200" cy="671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Barlow"/>
              <a:buNone/>
              <a:defRPr sz="1400">
                <a:latin typeface="Barlow"/>
                <a:ea typeface="Barlow"/>
                <a:cs typeface="Barlow"/>
                <a:sym typeface="Barlow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46" name="Google Shape;46;p9"/>
          <p:cNvSpPr>
            <a:spLocks noGrp="1"/>
          </p:cNvSpPr>
          <p:nvPr>
            <p:ph type="pic" idx="2"/>
          </p:nvPr>
        </p:nvSpPr>
        <p:spPr>
          <a:xfrm>
            <a:off x="5513975" y="539500"/>
            <a:ext cx="2760600" cy="4064400"/>
          </a:xfrm>
          <a:prstGeom prst="rect">
            <a:avLst/>
          </a:prstGeom>
          <a:noFill/>
          <a:ln>
            <a:noFill/>
          </a:ln>
        </p:spPr>
      </p:sp>
      <p:sp>
        <p:nvSpPr>
          <p:cNvPr id="47" name="Google Shape;47;p9"/>
          <p:cNvSpPr/>
          <p:nvPr/>
        </p:nvSpPr>
        <p:spPr>
          <a:xfrm>
            <a:off x="5333675" y="539500"/>
            <a:ext cx="180300" cy="1803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solidFill>
          <a:schemeClr val="accent3"/>
        </a:solidFill>
        <a:effectLst/>
      </p:bgPr>
    </p:bg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able of contents">
  <p:cSld name="BLANK_1_1_1_1_1_1"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8" name="Google Shape;58;p1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flipH="1"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59" name="Google Shape;59;p13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500"/>
              <a:buNone/>
              <a:defRPr sz="2700" b="0">
                <a:latin typeface="Raleway ExtraBold"/>
                <a:ea typeface="Raleway ExtraBold"/>
                <a:cs typeface="Raleway ExtraBold"/>
                <a:sym typeface="Raleway ExtraBol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13"/>
          <p:cNvSpPr txBox="1">
            <a:spLocks noGrp="1"/>
          </p:cNvSpPr>
          <p:nvPr>
            <p:ph type="title" idx="2" hasCustomPrompt="1"/>
          </p:nvPr>
        </p:nvSpPr>
        <p:spPr>
          <a:xfrm>
            <a:off x="1177200" y="1378183"/>
            <a:ext cx="734700" cy="4476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2400" b="0">
                <a:solidFill>
                  <a:schemeClr val="lt1"/>
                </a:solidFill>
                <a:latin typeface="Raleway ExtraBold"/>
                <a:ea typeface="Raleway ExtraBold"/>
                <a:cs typeface="Raleway ExtraBold"/>
                <a:sym typeface="Raleway ExtraBol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61" name="Google Shape;61;p13"/>
          <p:cNvSpPr txBox="1">
            <a:spLocks noGrp="1"/>
          </p:cNvSpPr>
          <p:nvPr>
            <p:ph type="title" idx="3" hasCustomPrompt="1"/>
          </p:nvPr>
        </p:nvSpPr>
        <p:spPr>
          <a:xfrm>
            <a:off x="1177200" y="2811591"/>
            <a:ext cx="734700" cy="4476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2400" b="0">
                <a:solidFill>
                  <a:schemeClr val="lt1"/>
                </a:solidFill>
                <a:latin typeface="Raleway ExtraBold"/>
                <a:ea typeface="Raleway ExtraBold"/>
                <a:cs typeface="Raleway ExtraBold"/>
                <a:sym typeface="Raleway ExtraBol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62" name="Google Shape;62;p13"/>
          <p:cNvSpPr txBox="1">
            <a:spLocks noGrp="1"/>
          </p:cNvSpPr>
          <p:nvPr>
            <p:ph type="title" idx="4" hasCustomPrompt="1"/>
          </p:nvPr>
        </p:nvSpPr>
        <p:spPr>
          <a:xfrm>
            <a:off x="3647875" y="1378183"/>
            <a:ext cx="734700" cy="4476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2400" b="0">
                <a:solidFill>
                  <a:schemeClr val="lt1"/>
                </a:solidFill>
                <a:latin typeface="Raleway ExtraBold"/>
                <a:ea typeface="Raleway ExtraBold"/>
                <a:cs typeface="Raleway ExtraBold"/>
                <a:sym typeface="Raleway ExtraBol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63" name="Google Shape;63;p13"/>
          <p:cNvSpPr txBox="1">
            <a:spLocks noGrp="1"/>
          </p:cNvSpPr>
          <p:nvPr>
            <p:ph type="title" idx="5" hasCustomPrompt="1"/>
          </p:nvPr>
        </p:nvSpPr>
        <p:spPr>
          <a:xfrm>
            <a:off x="3647875" y="2811591"/>
            <a:ext cx="734700" cy="4476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2400" b="0">
                <a:solidFill>
                  <a:schemeClr val="lt1"/>
                </a:solidFill>
                <a:latin typeface="Raleway ExtraBold"/>
                <a:ea typeface="Raleway ExtraBold"/>
                <a:cs typeface="Raleway ExtraBold"/>
                <a:sym typeface="Raleway ExtraBol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64" name="Google Shape;64;p13"/>
          <p:cNvSpPr txBox="1">
            <a:spLocks noGrp="1"/>
          </p:cNvSpPr>
          <p:nvPr>
            <p:ph type="title" idx="6" hasCustomPrompt="1"/>
          </p:nvPr>
        </p:nvSpPr>
        <p:spPr>
          <a:xfrm>
            <a:off x="6118550" y="1378183"/>
            <a:ext cx="734700" cy="4476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2400" b="0">
                <a:solidFill>
                  <a:schemeClr val="lt1"/>
                </a:solidFill>
                <a:latin typeface="Raleway ExtraBold"/>
                <a:ea typeface="Raleway ExtraBold"/>
                <a:cs typeface="Raleway ExtraBold"/>
                <a:sym typeface="Raleway ExtraBol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65" name="Google Shape;65;p13"/>
          <p:cNvSpPr txBox="1">
            <a:spLocks noGrp="1"/>
          </p:cNvSpPr>
          <p:nvPr>
            <p:ph type="title" idx="7" hasCustomPrompt="1"/>
          </p:nvPr>
        </p:nvSpPr>
        <p:spPr>
          <a:xfrm>
            <a:off x="6118550" y="2811591"/>
            <a:ext cx="734700" cy="4476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2400" b="0">
                <a:solidFill>
                  <a:schemeClr val="lt1"/>
                </a:solidFill>
                <a:latin typeface="Raleway ExtraBold"/>
                <a:ea typeface="Raleway ExtraBold"/>
                <a:cs typeface="Raleway ExtraBold"/>
                <a:sym typeface="Raleway ExtraBol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66" name="Google Shape;66;p13"/>
          <p:cNvSpPr txBox="1">
            <a:spLocks noGrp="1"/>
          </p:cNvSpPr>
          <p:nvPr>
            <p:ph type="subTitle" idx="1"/>
          </p:nvPr>
        </p:nvSpPr>
        <p:spPr>
          <a:xfrm>
            <a:off x="1177200" y="1782000"/>
            <a:ext cx="2305500" cy="788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1600">
                <a:solidFill>
                  <a:schemeClr val="dk1"/>
                </a:solidFill>
                <a:latin typeface="Raleway ExtraBold"/>
                <a:ea typeface="Raleway ExtraBold"/>
                <a:cs typeface="Raleway ExtraBold"/>
                <a:sym typeface="Raleway ExtraBold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endParaRPr/>
          </a:p>
        </p:txBody>
      </p:sp>
      <p:sp>
        <p:nvSpPr>
          <p:cNvPr id="67" name="Google Shape;67;p13"/>
          <p:cNvSpPr txBox="1">
            <a:spLocks noGrp="1"/>
          </p:cNvSpPr>
          <p:nvPr>
            <p:ph type="subTitle" idx="8"/>
          </p:nvPr>
        </p:nvSpPr>
        <p:spPr>
          <a:xfrm>
            <a:off x="3647875" y="1782000"/>
            <a:ext cx="2305500" cy="788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1600">
                <a:solidFill>
                  <a:schemeClr val="dk1"/>
                </a:solidFill>
                <a:latin typeface="Raleway ExtraBold"/>
                <a:ea typeface="Raleway ExtraBold"/>
                <a:cs typeface="Raleway ExtraBold"/>
                <a:sym typeface="Raleway ExtraBold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endParaRPr/>
          </a:p>
        </p:txBody>
      </p:sp>
      <p:sp>
        <p:nvSpPr>
          <p:cNvPr id="68" name="Google Shape;68;p13"/>
          <p:cNvSpPr txBox="1">
            <a:spLocks noGrp="1"/>
          </p:cNvSpPr>
          <p:nvPr>
            <p:ph type="subTitle" idx="9"/>
          </p:nvPr>
        </p:nvSpPr>
        <p:spPr>
          <a:xfrm>
            <a:off x="6118550" y="1782000"/>
            <a:ext cx="2305500" cy="788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1600">
                <a:solidFill>
                  <a:schemeClr val="dk1"/>
                </a:solidFill>
                <a:latin typeface="Raleway ExtraBold"/>
                <a:ea typeface="Raleway ExtraBold"/>
                <a:cs typeface="Raleway ExtraBold"/>
                <a:sym typeface="Raleway ExtraBold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endParaRPr/>
          </a:p>
        </p:txBody>
      </p:sp>
      <p:sp>
        <p:nvSpPr>
          <p:cNvPr id="69" name="Google Shape;69;p13"/>
          <p:cNvSpPr txBox="1">
            <a:spLocks noGrp="1"/>
          </p:cNvSpPr>
          <p:nvPr>
            <p:ph type="subTitle" idx="13"/>
          </p:nvPr>
        </p:nvSpPr>
        <p:spPr>
          <a:xfrm>
            <a:off x="1177200" y="3215350"/>
            <a:ext cx="2305500" cy="788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1600">
                <a:solidFill>
                  <a:schemeClr val="dk1"/>
                </a:solidFill>
                <a:latin typeface="Raleway ExtraBold"/>
                <a:ea typeface="Raleway ExtraBold"/>
                <a:cs typeface="Raleway ExtraBold"/>
                <a:sym typeface="Raleway ExtraBold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endParaRPr/>
          </a:p>
        </p:txBody>
      </p:sp>
      <p:sp>
        <p:nvSpPr>
          <p:cNvPr id="70" name="Google Shape;70;p13"/>
          <p:cNvSpPr txBox="1">
            <a:spLocks noGrp="1"/>
          </p:cNvSpPr>
          <p:nvPr>
            <p:ph type="subTitle" idx="14"/>
          </p:nvPr>
        </p:nvSpPr>
        <p:spPr>
          <a:xfrm>
            <a:off x="3647875" y="3215350"/>
            <a:ext cx="2305500" cy="788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1600">
                <a:solidFill>
                  <a:schemeClr val="dk1"/>
                </a:solidFill>
                <a:latin typeface="Raleway ExtraBold"/>
                <a:ea typeface="Raleway ExtraBold"/>
                <a:cs typeface="Raleway ExtraBold"/>
                <a:sym typeface="Raleway ExtraBold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endParaRPr/>
          </a:p>
        </p:txBody>
      </p:sp>
      <p:sp>
        <p:nvSpPr>
          <p:cNvPr id="71" name="Google Shape;71;p13"/>
          <p:cNvSpPr txBox="1">
            <a:spLocks noGrp="1"/>
          </p:cNvSpPr>
          <p:nvPr>
            <p:ph type="subTitle" idx="15"/>
          </p:nvPr>
        </p:nvSpPr>
        <p:spPr>
          <a:xfrm>
            <a:off x="6118550" y="3215350"/>
            <a:ext cx="2305500" cy="788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1600">
                <a:solidFill>
                  <a:schemeClr val="dk1"/>
                </a:solidFill>
                <a:latin typeface="Raleway ExtraBold"/>
                <a:ea typeface="Raleway ExtraBold"/>
                <a:cs typeface="Raleway ExtraBold"/>
                <a:sym typeface="Raleway ExtraBold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 1">
  <p:cSld name="CUSTOM_11">
    <p:spTree>
      <p:nvGrpSpPr>
        <p:cNvPr id="1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0" name="Google Shape;80;p1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81" name="Google Shape;81;p15"/>
          <p:cNvSpPr txBox="1">
            <a:spLocks noGrp="1"/>
          </p:cNvSpPr>
          <p:nvPr>
            <p:ph type="subTitle" idx="1"/>
          </p:nvPr>
        </p:nvSpPr>
        <p:spPr>
          <a:xfrm>
            <a:off x="713225" y="1137075"/>
            <a:ext cx="7739700" cy="1389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Char char="●"/>
              <a:defRPr>
                <a:latin typeface="Barlow"/>
                <a:ea typeface="Barlow"/>
                <a:cs typeface="Barlow"/>
                <a:sym typeface="Barlow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>
            <a:endParaRPr/>
          </a:p>
        </p:txBody>
      </p:sp>
      <p:sp>
        <p:nvSpPr>
          <p:cNvPr id="82" name="Google Shape;82;p15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 b="0">
                <a:latin typeface="Raleway Black"/>
                <a:ea typeface="Raleway Black"/>
                <a:cs typeface="Raleway Black"/>
                <a:sym typeface="Raleway Black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">
  <p:cSld name="CUSTOM_9">
    <p:spTree>
      <p:nvGrpSpPr>
        <p:cNvPr id="1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8" name="Google Shape;138;p2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0"/>
            <a:ext cx="9144000" cy="514349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1">
  <p:cSld name="CUSTOM_9_1">
    <p:spTree>
      <p:nvGrpSpPr>
        <p:cNvPr id="1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0" name="Google Shape;140;p2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0"/>
            <a:ext cx="9144000" cy="514350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dk2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713225" y="445025"/>
            <a:ext cx="77175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Raleway Black"/>
              <a:buNone/>
              <a:defRPr sz="2500">
                <a:solidFill>
                  <a:schemeClr val="dk1"/>
                </a:solidFill>
                <a:latin typeface="Raleway Black"/>
                <a:ea typeface="Raleway Black"/>
                <a:cs typeface="Raleway Black"/>
                <a:sym typeface="Raleway Black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aleway"/>
              <a:buNone/>
              <a:defRPr sz="3000" b="1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aleway"/>
              <a:buNone/>
              <a:defRPr sz="3000" b="1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aleway"/>
              <a:buNone/>
              <a:defRPr sz="3000" b="1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aleway"/>
              <a:buNone/>
              <a:defRPr sz="3000" b="1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aleway"/>
              <a:buNone/>
              <a:defRPr sz="3000" b="1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aleway"/>
              <a:buNone/>
              <a:defRPr sz="3000" b="1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aleway"/>
              <a:buNone/>
              <a:defRPr sz="3000" b="1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aleway"/>
              <a:buNone/>
              <a:defRPr sz="3000" b="1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713225" y="1152475"/>
            <a:ext cx="77175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Barlow"/>
              <a:buChar char="●"/>
              <a:defRPr sz="1200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1pPr>
            <a:lvl2pPr marL="914400" lvl="1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Barlow"/>
              <a:buChar char="○"/>
              <a:defRPr sz="1200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2pPr>
            <a:lvl3pPr marL="1371600" lvl="2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Barlow"/>
              <a:buChar char="■"/>
              <a:defRPr sz="1200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3pPr>
            <a:lvl4pPr marL="1828800" lvl="3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Barlow"/>
              <a:buChar char="●"/>
              <a:defRPr sz="1200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4pPr>
            <a:lvl5pPr marL="2286000" lvl="4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Barlow"/>
              <a:buChar char="○"/>
              <a:defRPr sz="1200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5pPr>
            <a:lvl6pPr marL="2743200" lvl="5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Barlow"/>
              <a:buChar char="■"/>
              <a:defRPr sz="1200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6pPr>
            <a:lvl7pPr marL="3200400" lvl="6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Barlow"/>
              <a:buChar char="●"/>
              <a:defRPr sz="1200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7pPr>
            <a:lvl8pPr marL="3657600" lvl="7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Barlow"/>
              <a:buChar char="○"/>
              <a:defRPr sz="1200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8pPr>
            <a:lvl9pPr marL="4114800" lvl="8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Barlow"/>
              <a:buChar char="■"/>
              <a:defRPr sz="1200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51" r:id="rId2"/>
    <p:sldLayoutId id="2147483653" r:id="rId3"/>
    <p:sldLayoutId id="2147483655" r:id="rId4"/>
    <p:sldLayoutId id="2147483658" r:id="rId5"/>
    <p:sldLayoutId id="2147483659" r:id="rId6"/>
    <p:sldLayoutId id="2147483661" r:id="rId7"/>
    <p:sldLayoutId id="2147483670" r:id="rId8"/>
    <p:sldLayoutId id="2147483671" r:id="rId9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29"/>
          <p:cNvSpPr txBox="1">
            <a:spLocks noGrp="1"/>
          </p:cNvSpPr>
          <p:nvPr>
            <p:ph type="ctrTitle"/>
          </p:nvPr>
        </p:nvSpPr>
        <p:spPr>
          <a:xfrm>
            <a:off x="2007984" y="1253098"/>
            <a:ext cx="5392058" cy="1032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>
                <a:solidFill>
                  <a:schemeClr val="lt1"/>
                </a:solidFill>
              </a:rPr>
              <a:t>          DORMITORY MANAGEMENT SYSTEM</a:t>
            </a:r>
          </a:p>
        </p:txBody>
      </p:sp>
      <p:sp>
        <p:nvSpPr>
          <p:cNvPr id="152" name="Google Shape;152;p29"/>
          <p:cNvSpPr txBox="1">
            <a:spLocks noGrp="1"/>
          </p:cNvSpPr>
          <p:nvPr>
            <p:ph type="subTitle" idx="1"/>
          </p:nvPr>
        </p:nvSpPr>
        <p:spPr>
          <a:xfrm>
            <a:off x="2224800" y="2571750"/>
            <a:ext cx="4694400" cy="1900241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                                              PREPARED BY: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dirty="0"/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20700051 – Ghalyah Eldandashi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	    20801513 – Rakhimjon Berdiev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	    20802777 – Seyedehmahissa Salehnezhad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	    20803145 – Nazir Alatar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	    20911068 – Sulaimon Inomov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  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168;p31">
            <a:extLst>
              <a:ext uri="{FF2B5EF4-FFF2-40B4-BE49-F238E27FC236}">
                <a16:creationId xmlns:a16="http://schemas.microsoft.com/office/drawing/2014/main" id="{7A53CA8E-FED2-AFFE-53B7-EF2EE3C9A972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Raleway Black"/>
                <a:ea typeface="Raleway Black"/>
                <a:cs typeface="Raleway Black"/>
                <a:sym typeface="Raleway Black"/>
              </a:rPr>
              <a:t>TABLE OF CONTENTS</a:t>
            </a:r>
            <a:endParaRPr sz="2500">
              <a:latin typeface="Raleway Black"/>
              <a:ea typeface="Raleway Black"/>
              <a:cs typeface="Raleway Black"/>
              <a:sym typeface="Raleway Black"/>
            </a:endParaRPr>
          </a:p>
        </p:txBody>
      </p:sp>
      <p:sp>
        <p:nvSpPr>
          <p:cNvPr id="40" name="Google Shape;169;p31">
            <a:extLst>
              <a:ext uri="{FF2B5EF4-FFF2-40B4-BE49-F238E27FC236}">
                <a16:creationId xmlns:a16="http://schemas.microsoft.com/office/drawing/2014/main" id="{34E53A3D-22D0-733D-4E4B-974CD6E42B32}"/>
              </a:ext>
            </a:extLst>
          </p:cNvPr>
          <p:cNvSpPr txBox="1">
            <a:spLocks noGrp="1"/>
          </p:cNvSpPr>
          <p:nvPr>
            <p:ph type="title" idx="2"/>
          </p:nvPr>
        </p:nvSpPr>
        <p:spPr>
          <a:xfrm>
            <a:off x="1177200" y="1378183"/>
            <a:ext cx="734700" cy="447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01</a:t>
            </a:r>
            <a:endParaRPr/>
          </a:p>
        </p:txBody>
      </p:sp>
      <p:sp>
        <p:nvSpPr>
          <p:cNvPr id="41" name="Google Shape;170;p31">
            <a:extLst>
              <a:ext uri="{FF2B5EF4-FFF2-40B4-BE49-F238E27FC236}">
                <a16:creationId xmlns:a16="http://schemas.microsoft.com/office/drawing/2014/main" id="{213C836E-32DF-61F8-37B5-1C8B507DCBB2}"/>
              </a:ext>
            </a:extLst>
          </p:cNvPr>
          <p:cNvSpPr txBox="1">
            <a:spLocks noGrp="1"/>
          </p:cNvSpPr>
          <p:nvPr>
            <p:ph type="title" idx="3"/>
          </p:nvPr>
        </p:nvSpPr>
        <p:spPr>
          <a:xfrm>
            <a:off x="2548504" y="3053164"/>
            <a:ext cx="734700" cy="447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04</a:t>
            </a:r>
            <a:endParaRPr dirty="0"/>
          </a:p>
        </p:txBody>
      </p:sp>
      <p:sp>
        <p:nvSpPr>
          <p:cNvPr id="42" name="Google Shape;171;p31">
            <a:extLst>
              <a:ext uri="{FF2B5EF4-FFF2-40B4-BE49-F238E27FC236}">
                <a16:creationId xmlns:a16="http://schemas.microsoft.com/office/drawing/2014/main" id="{CFE5AF96-3B36-B1A7-5866-E442A5A91671}"/>
              </a:ext>
            </a:extLst>
          </p:cNvPr>
          <p:cNvSpPr txBox="1">
            <a:spLocks noGrp="1"/>
          </p:cNvSpPr>
          <p:nvPr>
            <p:ph type="title" idx="4"/>
          </p:nvPr>
        </p:nvSpPr>
        <p:spPr>
          <a:xfrm>
            <a:off x="3647875" y="1378183"/>
            <a:ext cx="734700" cy="447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02</a:t>
            </a:r>
            <a:endParaRPr/>
          </a:p>
        </p:txBody>
      </p:sp>
      <p:sp>
        <p:nvSpPr>
          <p:cNvPr id="43" name="Google Shape;172;p31">
            <a:extLst>
              <a:ext uri="{FF2B5EF4-FFF2-40B4-BE49-F238E27FC236}">
                <a16:creationId xmlns:a16="http://schemas.microsoft.com/office/drawing/2014/main" id="{0A5B8EB8-D45F-0D15-CB3C-0C354079748F}"/>
              </a:ext>
            </a:extLst>
          </p:cNvPr>
          <p:cNvSpPr txBox="1">
            <a:spLocks noGrp="1"/>
          </p:cNvSpPr>
          <p:nvPr>
            <p:ph type="title" idx="5"/>
          </p:nvPr>
        </p:nvSpPr>
        <p:spPr>
          <a:xfrm>
            <a:off x="5860798" y="3053164"/>
            <a:ext cx="734700" cy="447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05</a:t>
            </a:r>
            <a:endParaRPr dirty="0"/>
          </a:p>
        </p:txBody>
      </p:sp>
      <p:sp>
        <p:nvSpPr>
          <p:cNvPr id="44" name="Google Shape;173;p31">
            <a:extLst>
              <a:ext uri="{FF2B5EF4-FFF2-40B4-BE49-F238E27FC236}">
                <a16:creationId xmlns:a16="http://schemas.microsoft.com/office/drawing/2014/main" id="{BB276B18-DDBD-4AAE-9D5C-75BEB4B28A65}"/>
              </a:ext>
            </a:extLst>
          </p:cNvPr>
          <p:cNvSpPr txBox="1">
            <a:spLocks noGrp="1"/>
          </p:cNvSpPr>
          <p:nvPr>
            <p:ph type="title" idx="6"/>
          </p:nvPr>
        </p:nvSpPr>
        <p:spPr>
          <a:xfrm>
            <a:off x="6118550" y="1378183"/>
            <a:ext cx="734700" cy="447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03</a:t>
            </a:r>
            <a:endParaRPr/>
          </a:p>
        </p:txBody>
      </p:sp>
      <p:sp>
        <p:nvSpPr>
          <p:cNvPr id="45" name="Google Shape;175;p31">
            <a:extLst>
              <a:ext uri="{FF2B5EF4-FFF2-40B4-BE49-F238E27FC236}">
                <a16:creationId xmlns:a16="http://schemas.microsoft.com/office/drawing/2014/main" id="{477AE78E-B725-D813-8E73-CA5252C1C17E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1177200" y="1782000"/>
            <a:ext cx="2305500" cy="788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INTRODUCTION</a:t>
            </a:r>
            <a:endParaRPr dirty="0"/>
          </a:p>
        </p:txBody>
      </p:sp>
      <p:sp>
        <p:nvSpPr>
          <p:cNvPr id="46" name="Google Shape;176;p31">
            <a:extLst>
              <a:ext uri="{FF2B5EF4-FFF2-40B4-BE49-F238E27FC236}">
                <a16:creationId xmlns:a16="http://schemas.microsoft.com/office/drawing/2014/main" id="{AA2838A8-FC01-E5F9-F626-86EF60D1E12E}"/>
              </a:ext>
            </a:extLst>
          </p:cNvPr>
          <p:cNvSpPr txBox="1">
            <a:spLocks noGrp="1"/>
          </p:cNvSpPr>
          <p:nvPr>
            <p:ph type="subTitle" idx="8"/>
          </p:nvPr>
        </p:nvSpPr>
        <p:spPr>
          <a:xfrm>
            <a:off x="3565236" y="1782000"/>
            <a:ext cx="2388139" cy="788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KEY FEATURES</a:t>
            </a:r>
            <a:endParaRPr dirty="0"/>
          </a:p>
        </p:txBody>
      </p:sp>
      <p:sp>
        <p:nvSpPr>
          <p:cNvPr id="47" name="Google Shape;177;p31">
            <a:extLst>
              <a:ext uri="{FF2B5EF4-FFF2-40B4-BE49-F238E27FC236}">
                <a16:creationId xmlns:a16="http://schemas.microsoft.com/office/drawing/2014/main" id="{F7BC1FA3-E1AC-CFA2-139B-BA7D6FE3974D}"/>
              </a:ext>
            </a:extLst>
          </p:cNvPr>
          <p:cNvSpPr txBox="1">
            <a:spLocks noGrp="1"/>
          </p:cNvSpPr>
          <p:nvPr>
            <p:ph type="subTitle" idx="9"/>
          </p:nvPr>
        </p:nvSpPr>
        <p:spPr>
          <a:xfrm>
            <a:off x="6118550" y="1783050"/>
            <a:ext cx="2526687" cy="788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ENHANCED FUNCTIONALITIES</a:t>
            </a:r>
            <a:endParaRPr dirty="0"/>
          </a:p>
        </p:txBody>
      </p:sp>
      <p:sp>
        <p:nvSpPr>
          <p:cNvPr id="48" name="Google Shape;178;p31">
            <a:extLst>
              <a:ext uri="{FF2B5EF4-FFF2-40B4-BE49-F238E27FC236}">
                <a16:creationId xmlns:a16="http://schemas.microsoft.com/office/drawing/2014/main" id="{E9B05584-4811-89B7-FAA4-E853530C823D}"/>
              </a:ext>
            </a:extLst>
          </p:cNvPr>
          <p:cNvSpPr txBox="1">
            <a:spLocks noGrp="1"/>
          </p:cNvSpPr>
          <p:nvPr>
            <p:ph type="subTitle" idx="13"/>
          </p:nvPr>
        </p:nvSpPr>
        <p:spPr>
          <a:xfrm>
            <a:off x="2548504" y="3458900"/>
            <a:ext cx="2577536" cy="788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ADDITIONAL FEATURES</a:t>
            </a:r>
          </a:p>
        </p:txBody>
      </p:sp>
      <p:sp>
        <p:nvSpPr>
          <p:cNvPr id="49" name="Google Shape;179;p31">
            <a:extLst>
              <a:ext uri="{FF2B5EF4-FFF2-40B4-BE49-F238E27FC236}">
                <a16:creationId xmlns:a16="http://schemas.microsoft.com/office/drawing/2014/main" id="{4353D860-0209-E2E1-DBC9-C4D100BD5F5D}"/>
              </a:ext>
            </a:extLst>
          </p:cNvPr>
          <p:cNvSpPr txBox="1">
            <a:spLocks noGrp="1"/>
          </p:cNvSpPr>
          <p:nvPr>
            <p:ph type="subTitle" idx="14"/>
          </p:nvPr>
        </p:nvSpPr>
        <p:spPr>
          <a:xfrm>
            <a:off x="5860798" y="3458900"/>
            <a:ext cx="2305500" cy="788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SUMMARY</a:t>
            </a:r>
            <a:endParaRPr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32"/>
          <p:cNvSpPr txBox="1">
            <a:spLocks noGrp="1"/>
          </p:cNvSpPr>
          <p:nvPr>
            <p:ph type="title"/>
          </p:nvPr>
        </p:nvSpPr>
        <p:spPr>
          <a:xfrm>
            <a:off x="713100" y="827086"/>
            <a:ext cx="4582680" cy="1163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Welcome to the Future of	 Living in Dorms</a:t>
            </a:r>
          </a:p>
        </p:txBody>
      </p:sp>
      <p:sp>
        <p:nvSpPr>
          <p:cNvPr id="186" name="Google Shape;186;p32"/>
          <p:cNvSpPr txBox="1">
            <a:spLocks noGrp="1"/>
          </p:cNvSpPr>
          <p:nvPr>
            <p:ph type="subTitle" idx="1"/>
          </p:nvPr>
        </p:nvSpPr>
        <p:spPr>
          <a:xfrm>
            <a:off x="713100" y="2223915"/>
            <a:ext cx="3476700" cy="1857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71450" indent="-171450">
              <a:lnSpc>
                <a:spcPct val="150000"/>
              </a:lnSpc>
              <a:buClr>
                <a:schemeClr val="dk1"/>
              </a:buClr>
              <a:buSzPts val="1100"/>
            </a:pPr>
            <a:r>
              <a:rPr lang="en-US" dirty="0"/>
              <a:t>Creating Better Places for Students</a:t>
            </a:r>
          </a:p>
          <a:p>
            <a:pPr marL="171450" indent="-171450">
              <a:lnSpc>
                <a:spcPct val="150000"/>
              </a:lnSpc>
              <a:buClr>
                <a:schemeClr val="dk1"/>
              </a:buClr>
              <a:buSzPts val="1100"/>
            </a:pPr>
            <a:r>
              <a:rPr lang="en-US" dirty="0"/>
              <a:t>A Fresh Start for Living on Campus</a:t>
            </a:r>
          </a:p>
          <a:p>
            <a:pPr marL="171450" indent="-171450">
              <a:lnSpc>
                <a:spcPct val="150000"/>
              </a:lnSpc>
              <a:buClr>
                <a:schemeClr val="dk1"/>
              </a:buClr>
              <a:buSzPts val="1100"/>
            </a:pPr>
            <a:r>
              <a:rPr lang="en-US" dirty="0"/>
              <a:t>Easy and Smart Living with Just a Click</a:t>
            </a:r>
            <a:endParaRPr dirty="0"/>
          </a:p>
        </p:txBody>
      </p:sp>
      <p:sp>
        <p:nvSpPr>
          <p:cNvPr id="188" name="Google Shape;188;p32"/>
          <p:cNvSpPr/>
          <p:nvPr/>
        </p:nvSpPr>
        <p:spPr>
          <a:xfrm>
            <a:off x="5223300" y="539500"/>
            <a:ext cx="180300" cy="1803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  <p:pic>
        <p:nvPicPr>
          <p:cNvPr id="11" name="Picture Placeholder 10">
            <a:extLst>
              <a:ext uri="{FF2B5EF4-FFF2-40B4-BE49-F238E27FC236}">
                <a16:creationId xmlns:a16="http://schemas.microsoft.com/office/drawing/2014/main" id="{AA9B23B0-F167-ADEA-C5C7-94073C62CF9C}"/>
              </a:ext>
            </a:extLst>
          </p:cNvPr>
          <p:cNvPicPr>
            <a:picLocks noGrp="1" noChangeAspect="1"/>
          </p:cNvPicPr>
          <p:nvPr>
            <p:ph type="pic" idx="2"/>
          </p:nvPr>
        </p:nvPicPr>
        <p:blipFill>
          <a:blip r:embed="rId3"/>
          <a:srcRect l="31377" r="31377"/>
          <a:stretch>
            <a:fillRect/>
          </a:stretch>
        </p:blipFill>
        <p:spPr/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p34"/>
          <p:cNvSpPr txBox="1">
            <a:spLocks noGrp="1"/>
          </p:cNvSpPr>
          <p:nvPr>
            <p:ph type="title"/>
          </p:nvPr>
        </p:nvSpPr>
        <p:spPr>
          <a:xfrm>
            <a:off x="720000" y="448056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                                     KEY FEATURES</a:t>
            </a:r>
            <a:endParaRPr dirty="0"/>
          </a:p>
        </p:txBody>
      </p:sp>
      <p:sp>
        <p:nvSpPr>
          <p:cNvPr id="204" name="Google Shape;204;p34"/>
          <p:cNvSpPr txBox="1">
            <a:spLocks noGrp="1"/>
          </p:cNvSpPr>
          <p:nvPr>
            <p:ph type="subTitle" idx="2"/>
          </p:nvPr>
        </p:nvSpPr>
        <p:spPr>
          <a:xfrm>
            <a:off x="1457419" y="1128910"/>
            <a:ext cx="6644362" cy="3787217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indent="0">
              <a:lnSpc>
                <a:spcPct val="150000"/>
              </a:lnSpc>
            </a:pPr>
            <a:r>
              <a:rPr lang="en-US" b="1" dirty="0"/>
              <a:t>USER FRIENDLY INTERFACE</a:t>
            </a: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b="1" dirty="0"/>
              <a:t>  Easy Registration and Login:</a:t>
            </a:r>
          </a:p>
          <a:p>
            <a:pPr marL="628650" lvl="1" indent="-17145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Students can create accounts quickly</a:t>
            </a:r>
          </a:p>
          <a:p>
            <a:pPr marL="628650" lvl="1" indent="-17145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Secure Authentication ensures data privacy</a:t>
            </a:r>
          </a:p>
          <a:p>
            <a:pPr marL="0" indent="0">
              <a:lnSpc>
                <a:spcPct val="150000"/>
              </a:lnSpc>
            </a:pPr>
            <a:endParaRPr lang="en-US" dirty="0"/>
          </a:p>
          <a:p>
            <a:pPr marL="0" indent="0">
              <a:lnSpc>
                <a:spcPct val="150000"/>
              </a:lnSpc>
            </a:pPr>
            <a:r>
              <a:rPr lang="en-US" b="1" dirty="0"/>
              <a:t>DORMITORY SEARCH</a:t>
            </a: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b="1" dirty="0"/>
              <a:t>Advanced Search Options:</a:t>
            </a:r>
          </a:p>
          <a:p>
            <a:pPr marL="628650" lvl="1" indent="-17145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Filter Dormitories by location, price range, and other preferences</a:t>
            </a:r>
          </a:p>
          <a:p>
            <a:pPr marL="628650" lvl="1" indent="-17145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Organized and user-friendly search results</a:t>
            </a: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b="1" dirty="0"/>
              <a:t>Real-time price information:</a:t>
            </a:r>
          </a:p>
          <a:p>
            <a:pPr marL="628650" lvl="1" indent="-17145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Access current dormitory prices</a:t>
            </a:r>
          </a:p>
          <a:p>
            <a:pPr marL="628650" lvl="1" indent="-17145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View historical price trends to make informed decisions</a:t>
            </a: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b="1" dirty="0"/>
          </a:p>
          <a:p>
            <a:pPr marL="228600" lvl="0" indent="-228600" algn="l" rtl="0">
              <a:spcBef>
                <a:spcPts val="0"/>
              </a:spcBef>
              <a:spcAft>
                <a:spcPts val="0"/>
              </a:spcAft>
              <a:buFont typeface="+mj-lt"/>
              <a:buAutoNum type="arabicPeriod"/>
            </a:pPr>
            <a:endParaRPr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title 1">
            <a:extLst>
              <a:ext uri="{FF2B5EF4-FFF2-40B4-BE49-F238E27FC236}">
                <a16:creationId xmlns:a16="http://schemas.microsoft.com/office/drawing/2014/main" id="{0BB76AE9-41EC-30C1-B815-44814CEFCAF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06829" y="865239"/>
            <a:ext cx="8730342" cy="4168877"/>
          </a:xfrm>
        </p:spPr>
        <p:txBody>
          <a:bodyPr/>
          <a:lstStyle/>
          <a:p>
            <a:pPr marL="152400" indent="0">
              <a:lnSpc>
                <a:spcPct val="200000"/>
              </a:lnSpc>
              <a:buNone/>
            </a:pPr>
            <a:r>
              <a:rPr lang="en-US" sz="1400" b="1" dirty="0"/>
              <a:t>Service Comparison </a:t>
            </a:r>
          </a:p>
          <a:p>
            <a:pPr>
              <a:lnSpc>
                <a:spcPct val="200000"/>
              </a:lnSpc>
            </a:pPr>
            <a:r>
              <a:rPr lang="en-US" sz="1400" b="1" dirty="0"/>
              <a:t>Detailed Information: </a:t>
            </a:r>
          </a:p>
          <a:p>
            <a:pPr marL="628650" lvl="1" indent="-17145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400" dirty="0"/>
              <a:t>Comprehensive details about dormitory services and amenities</a:t>
            </a:r>
          </a:p>
          <a:p>
            <a:pPr>
              <a:lnSpc>
                <a:spcPct val="200000"/>
              </a:lnSpc>
            </a:pPr>
            <a:r>
              <a:rPr lang="en-US" sz="1400" b="1" dirty="0"/>
              <a:t>Side-by-Side Comparison: </a:t>
            </a:r>
          </a:p>
          <a:p>
            <a:pPr marL="628650" lvl="1" indent="-17145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400" dirty="0"/>
              <a:t>Compare multiple dormitories to find the best fit</a:t>
            </a:r>
            <a:endParaRPr lang="en-US" sz="1400" b="1" dirty="0"/>
          </a:p>
          <a:p>
            <a:pPr marL="152400" indent="0">
              <a:lnSpc>
                <a:spcPct val="200000"/>
              </a:lnSpc>
              <a:buNone/>
            </a:pPr>
            <a:r>
              <a:rPr lang="en-US" sz="1400" b="1" dirty="0"/>
              <a:t>Rating and Feedback </a:t>
            </a:r>
          </a:p>
          <a:p>
            <a:pPr>
              <a:lnSpc>
                <a:spcPct val="200000"/>
              </a:lnSpc>
            </a:pPr>
            <a:r>
              <a:rPr lang="en-US" sz="1400" dirty="0"/>
              <a:t>Public Rating System: </a:t>
            </a:r>
          </a:p>
          <a:p>
            <a:pPr marL="628650" lvl="1" indent="-17145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400" dirty="0"/>
              <a:t>Students can rate dormitories they have stayed in</a:t>
            </a:r>
          </a:p>
          <a:p>
            <a:pPr>
              <a:lnSpc>
                <a:spcPct val="200000"/>
              </a:lnSpc>
            </a:pPr>
            <a:r>
              <a:rPr lang="en-US" sz="1400" dirty="0"/>
              <a:t>Student Reviews: </a:t>
            </a:r>
          </a:p>
          <a:p>
            <a:pPr marL="628650" lvl="1" indent="-17145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400" dirty="0"/>
              <a:t>Written feedback helps others make informed decisions</a:t>
            </a:r>
            <a:endParaRPr lang="en-US" sz="1400" b="1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7F7B9EE3-C269-A519-9A24-37329AF608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0000" y="292539"/>
            <a:ext cx="7704000" cy="572700"/>
          </a:xfrm>
        </p:spPr>
        <p:txBody>
          <a:bodyPr/>
          <a:lstStyle/>
          <a:p>
            <a:r>
              <a:rPr lang="en-TJ" dirty="0"/>
              <a:t> 	     ENHANCED FUNCTIONALITIES</a:t>
            </a:r>
          </a:p>
        </p:txBody>
      </p:sp>
    </p:spTree>
    <p:extLst>
      <p:ext uri="{BB962C8B-B14F-4D97-AF65-F5344CB8AC3E}">
        <p14:creationId xmlns:p14="http://schemas.microsoft.com/office/powerpoint/2010/main" val="31983312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title 1">
            <a:extLst>
              <a:ext uri="{FF2B5EF4-FFF2-40B4-BE49-F238E27FC236}">
                <a16:creationId xmlns:a16="http://schemas.microsoft.com/office/drawing/2014/main" id="{E9310CFD-9AC1-06B2-5283-B8BB032DAC9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19100" y="1137075"/>
            <a:ext cx="8305799" cy="3759390"/>
          </a:xfrm>
        </p:spPr>
        <p:txBody>
          <a:bodyPr/>
          <a:lstStyle/>
          <a:p>
            <a:pPr marL="152400" indent="0">
              <a:lnSpc>
                <a:spcPct val="150000"/>
              </a:lnSpc>
              <a:buNone/>
            </a:pPr>
            <a:r>
              <a:rPr lang="en-US" b="1" dirty="0"/>
              <a:t>Owner Interface</a:t>
            </a:r>
          </a:p>
          <a:p>
            <a:pPr>
              <a:lnSpc>
                <a:spcPct val="150000"/>
              </a:lnSpc>
            </a:pPr>
            <a:r>
              <a:rPr lang="en-US" dirty="0"/>
              <a:t>Manage Listings:</a:t>
            </a:r>
          </a:p>
          <a:p>
            <a:pPr>
              <a:lnSpc>
                <a:spcPct val="150000"/>
              </a:lnSpc>
              <a:buFont typeface="Wingdings" pitchFamily="2" charset="2"/>
              <a:buChar char="Ø"/>
            </a:pPr>
            <a:r>
              <a:rPr lang="en-US" dirty="0"/>
              <a:t>Dormitory owners can easily register and log in. </a:t>
            </a:r>
          </a:p>
          <a:p>
            <a:pPr>
              <a:lnSpc>
                <a:spcPct val="150000"/>
              </a:lnSpc>
              <a:buFont typeface="Wingdings" pitchFamily="2" charset="2"/>
              <a:buChar char="Ø"/>
            </a:pPr>
            <a:r>
              <a:rPr lang="en-US" dirty="0"/>
              <a:t>Update dormitory details, pricing, and availability.</a:t>
            </a:r>
          </a:p>
          <a:p>
            <a:pPr>
              <a:buFont typeface="Wingdings" pitchFamily="2" charset="2"/>
              <a:buChar char="Ø"/>
            </a:pPr>
            <a:endParaRPr lang="en-US" dirty="0"/>
          </a:p>
          <a:p>
            <a:pPr marL="152400" indent="0">
              <a:buNone/>
            </a:pPr>
            <a:endParaRPr lang="en-US" dirty="0"/>
          </a:p>
          <a:p>
            <a:pPr marL="152400" indent="0">
              <a:lnSpc>
                <a:spcPct val="150000"/>
              </a:lnSpc>
              <a:buNone/>
            </a:pPr>
            <a:r>
              <a:rPr lang="en-US" b="1" dirty="0"/>
              <a:t>Booking System</a:t>
            </a:r>
          </a:p>
          <a:p>
            <a:pPr>
              <a:lnSpc>
                <a:spcPct val="150000"/>
              </a:lnSpc>
            </a:pPr>
            <a:r>
              <a:rPr lang="en-US" dirty="0"/>
              <a:t>Real-Time Booking:</a:t>
            </a:r>
          </a:p>
          <a:p>
            <a:pPr>
              <a:lnSpc>
                <a:spcPct val="150000"/>
              </a:lnSpc>
              <a:buFont typeface="Wingdings" pitchFamily="2" charset="2"/>
              <a:buChar char="Ø"/>
            </a:pPr>
            <a:r>
              <a:rPr lang="en-US" dirty="0"/>
              <a:t> Students can reserve dormitory rooms in advance. </a:t>
            </a:r>
          </a:p>
          <a:p>
            <a:pPr marL="152400" indent="0">
              <a:lnSpc>
                <a:spcPct val="150000"/>
              </a:lnSpc>
              <a:buNone/>
            </a:pPr>
            <a:endParaRPr lang="en-US" dirty="0"/>
          </a:p>
          <a:p>
            <a:pPr>
              <a:lnSpc>
                <a:spcPct val="150000"/>
              </a:lnSpc>
            </a:pPr>
            <a:r>
              <a:rPr lang="en-US" dirty="0"/>
              <a:t>Payment Processing: </a:t>
            </a:r>
          </a:p>
          <a:p>
            <a:pPr>
              <a:lnSpc>
                <a:spcPct val="150000"/>
              </a:lnSpc>
              <a:buFont typeface="Wingdings" pitchFamily="2" charset="2"/>
              <a:buChar char="Ø"/>
            </a:pPr>
            <a:r>
              <a:rPr lang="en-US" dirty="0"/>
              <a:t>Secure and efficient payment options.</a:t>
            </a:r>
          </a:p>
          <a:p>
            <a:pPr>
              <a:lnSpc>
                <a:spcPct val="150000"/>
              </a:lnSpc>
              <a:buFont typeface="Wingdings" pitchFamily="2" charset="2"/>
              <a:buChar char="Ø"/>
            </a:pPr>
            <a:r>
              <a:rPr lang="en-US" dirty="0"/>
              <a:t> Confirmation emails sent upon booking.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F2A17B03-6386-BF13-B8BC-9DF9AB9D39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TJ" dirty="0"/>
              <a:t>		ADDITIONAL FEATURES</a:t>
            </a:r>
          </a:p>
        </p:txBody>
      </p:sp>
    </p:spTree>
    <p:extLst>
      <p:ext uri="{BB962C8B-B14F-4D97-AF65-F5344CB8AC3E}">
        <p14:creationId xmlns:p14="http://schemas.microsoft.com/office/powerpoint/2010/main" val="409899972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66057DFB-EE53-C16D-BDB3-3DF820E0D3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92929" y="2108418"/>
            <a:ext cx="4058477" cy="1407227"/>
          </a:xfrm>
        </p:spPr>
        <p:txBody>
          <a:bodyPr/>
          <a:lstStyle/>
          <a:p>
            <a:r>
              <a:rPr lang="en-TJ" sz="4800" dirty="0"/>
              <a:t>SUMMARY</a:t>
            </a:r>
          </a:p>
        </p:txBody>
      </p:sp>
    </p:spTree>
    <p:extLst>
      <p:ext uri="{BB962C8B-B14F-4D97-AF65-F5344CB8AC3E}">
        <p14:creationId xmlns:p14="http://schemas.microsoft.com/office/powerpoint/2010/main" val="418376568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AB29E3-FAA6-38F8-C4BE-61C61273D7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69425" y="1887709"/>
            <a:ext cx="4435200" cy="1086300"/>
          </a:xfrm>
        </p:spPr>
        <p:txBody>
          <a:bodyPr/>
          <a:lstStyle/>
          <a:p>
            <a:r>
              <a:rPr lang="en-TJ" dirty="0"/>
              <a:t>THANK YOU !</a:t>
            </a:r>
          </a:p>
        </p:txBody>
      </p:sp>
      <p:pic>
        <p:nvPicPr>
          <p:cNvPr id="8" name="Content Placeholder 5">
            <a:extLst>
              <a:ext uri="{FF2B5EF4-FFF2-40B4-BE49-F238E27FC236}">
                <a16:creationId xmlns:a16="http://schemas.microsoft.com/office/drawing/2014/main" id="{B46DF70E-0E93-4681-03D0-27267160AA9D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56226" t="3360" r="1517" b="5038"/>
          <a:stretch/>
        </p:blipFill>
        <p:spPr>
          <a:xfrm>
            <a:off x="4654933" y="900932"/>
            <a:ext cx="2971801" cy="35966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81106648"/>
      </p:ext>
    </p:extLst>
  </p:cSld>
  <p:clrMapOvr>
    <a:masterClrMapping/>
  </p:clrMapOvr>
</p:sld>
</file>

<file path=ppt/theme/theme1.xml><?xml version="1.0" encoding="utf-8"?>
<a:theme xmlns:a="http://schemas.openxmlformats.org/drawingml/2006/main" name="IT Support Company Profile by Slidesgo">
  <a:themeElements>
    <a:clrScheme name="Simple Light">
      <a:dk1>
        <a:srgbClr val="E1E0E0"/>
      </a:dk1>
      <a:lt1>
        <a:srgbClr val="D27931"/>
      </a:lt1>
      <a:dk2>
        <a:srgbClr val="010326"/>
      </a:dk2>
      <a:lt2>
        <a:srgbClr val="80A7AA"/>
      </a:lt2>
      <a:accent1>
        <a:srgbClr val="57CFD4"/>
      </a:accent1>
      <a:accent2>
        <a:srgbClr val="885941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E1E0E0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2720</TotalTime>
  <Words>257</Words>
  <Application>Microsoft Macintosh PowerPoint</Application>
  <PresentationFormat>On-screen Show (16:9)</PresentationFormat>
  <Paragraphs>64</Paragraphs>
  <Slides>8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8" baseType="lpstr">
      <vt:lpstr>Anaheim</vt:lpstr>
      <vt:lpstr>Arial</vt:lpstr>
      <vt:lpstr>Barlow</vt:lpstr>
      <vt:lpstr>Nunito Light</vt:lpstr>
      <vt:lpstr>Open Sans</vt:lpstr>
      <vt:lpstr>Raleway</vt:lpstr>
      <vt:lpstr>Raleway Black</vt:lpstr>
      <vt:lpstr>Raleway ExtraBold</vt:lpstr>
      <vt:lpstr>Wingdings</vt:lpstr>
      <vt:lpstr>IT Support Company Profile by Slidesgo</vt:lpstr>
      <vt:lpstr>          DORMITORY MANAGEMENT SYSTEM</vt:lpstr>
      <vt:lpstr>TABLE OF CONTENTS</vt:lpstr>
      <vt:lpstr>Welcome to the Future of  Living in Dorms</vt:lpstr>
      <vt:lpstr>                                     KEY FEATURES</vt:lpstr>
      <vt:lpstr>       ENHANCED FUNCTIONALITIES</vt:lpstr>
      <vt:lpstr>  ADDITIONAL FEATURES</vt:lpstr>
      <vt:lpstr>SUMMARY</vt:lpstr>
      <vt:lpstr>THANK YOU 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          DORMITORY MANAGEMENT SYSTEM</dc:title>
  <cp:lastModifiedBy>Rahimjon Berdiev</cp:lastModifiedBy>
  <cp:revision>13</cp:revision>
  <dcterms:modified xsi:type="dcterms:W3CDTF">2024-05-29T20:41:16Z</dcterms:modified>
</cp:coreProperties>
</file>